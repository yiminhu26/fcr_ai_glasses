
<file path=[Content_Types].xml><?xml version="1.0" encoding="utf-8"?>
<Types xmlns="http://schemas.openxmlformats.org/package/2006/content-types">
  <Default Extension="emf" ContentType="image/x-emf"/>
  <Default Extension="jpeg" ContentType="image/jpeg"/>
  <Default Extension="jpg&amp;ehk=oUonBmLyufywzNclJroOoWrU"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313" r:id="rId3"/>
    <p:sldId id="306" r:id="rId4"/>
    <p:sldId id="264" r:id="rId5"/>
    <p:sldId id="266" r:id="rId6"/>
    <p:sldId id="315" r:id="rId7"/>
    <p:sldId id="280" r:id="rId8"/>
    <p:sldId id="277" r:id="rId9"/>
    <p:sldId id="317" r:id="rId10"/>
    <p:sldId id="314" r:id="rId11"/>
    <p:sldId id="284" r:id="rId12"/>
    <p:sldId id="286" r:id="rId13"/>
    <p:sldId id="287" r:id="rId14"/>
    <p:sldId id="288" r:id="rId15"/>
    <p:sldId id="316" r:id="rId16"/>
    <p:sldId id="310" r:id="rId17"/>
    <p:sldId id="311" r:id="rId18"/>
    <p:sldId id="312"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9535" autoAdjust="0"/>
  </p:normalViewPr>
  <p:slideViewPr>
    <p:cSldViewPr snapToGrid="0">
      <p:cViewPr varScale="1">
        <p:scale>
          <a:sx n="113" d="100"/>
          <a:sy n="113" d="100"/>
        </p:scale>
        <p:origin x="396" y="11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70E233-B595-4E49-870D-251532CA0FC4}"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BE0C0-10B2-424C-ABA2-176E4D6F59C2}" type="slidenum">
              <a:rPr lang="en-US" smtClean="0"/>
              <a:t>‹#›</a:t>
            </a:fld>
            <a:endParaRPr lang="en-US"/>
          </a:p>
        </p:txBody>
      </p:sp>
    </p:spTree>
    <p:extLst>
      <p:ext uri="{BB962C8B-B14F-4D97-AF65-F5344CB8AC3E}">
        <p14:creationId xmlns:p14="http://schemas.microsoft.com/office/powerpoint/2010/main" val="2271083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CBE0C0-10B2-424C-ABA2-176E4D6F59C2}" type="slidenum">
              <a:rPr lang="en-US" smtClean="0"/>
              <a:t>7</a:t>
            </a:fld>
            <a:endParaRPr lang="en-US"/>
          </a:p>
        </p:txBody>
      </p:sp>
    </p:spTree>
    <p:extLst>
      <p:ext uri="{BB962C8B-B14F-4D97-AF65-F5344CB8AC3E}">
        <p14:creationId xmlns:p14="http://schemas.microsoft.com/office/powerpoint/2010/main" val="114487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ysClr val="windowText" lastClr="000000"/>
                </a:solidFill>
              </a:rPr>
              <a:t>Rizon</a:t>
            </a:r>
            <a:r>
              <a:rPr lang="en-US" sz="1200" dirty="0">
                <a:solidFill>
                  <a:sysClr val="windowText" lastClr="00000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ysClr val="windowText" lastClr="000000"/>
                </a:solidFill>
              </a:rPr>
              <a:t>A low-code platform for building and deploying AI Agents by integrating its capabilities of workflows, databases, knowledgebases and plugins.</a:t>
            </a:r>
          </a:p>
          <a:p>
            <a:r>
              <a:rPr lang="en-US" dirty="0"/>
              <a:t>AIUI Studio: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ysClr val="windowText" lastClr="000000"/>
                </a:solidFill>
              </a:rPr>
              <a:t>A platform based on the AIUI (AI-Native U</a:t>
            </a:r>
            <a:r>
              <a:rPr lang="en-US" altLang="zh-CN" sz="1200" dirty="0">
                <a:solidFill>
                  <a:sysClr val="windowText" lastClr="000000"/>
                </a:solidFill>
              </a:rPr>
              <a:t>ser Interface) framework for building interactive and intuitive interfaces for the content displayed on the glasses.</a:t>
            </a:r>
            <a:endParaRPr lang="en-US" sz="1200" dirty="0">
              <a:solidFill>
                <a:sysClr val="windowText" lastClr="000000"/>
              </a:solidFill>
            </a:endParaRPr>
          </a:p>
          <a:p>
            <a:r>
              <a:rPr lang="en-US" dirty="0"/>
              <a:t>SDK: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ysClr val="windowText" lastClr="000000"/>
                </a:solidFill>
              </a:rPr>
              <a:t>D</a:t>
            </a:r>
            <a:r>
              <a:rPr lang="en-US" altLang="zh-CN" sz="1200" dirty="0">
                <a:solidFill>
                  <a:sysClr val="windowText" lastClr="000000"/>
                </a:solidFill>
              </a:rPr>
              <a:t>evelopment toolkits for both glasses and Android device, enabling data communication and completion of complex functions on both sides. </a:t>
            </a:r>
            <a:endParaRPr lang="en-US" sz="1200" dirty="0">
              <a:solidFill>
                <a:sysClr val="windowText" lastClr="000000"/>
              </a:solidFill>
            </a:endParaRPr>
          </a:p>
          <a:p>
            <a:endParaRPr lang="en-US" dirty="0"/>
          </a:p>
        </p:txBody>
      </p:sp>
      <p:sp>
        <p:nvSpPr>
          <p:cNvPr id="4" name="Slide Number Placeholder 3"/>
          <p:cNvSpPr>
            <a:spLocks noGrp="1"/>
          </p:cNvSpPr>
          <p:nvPr>
            <p:ph type="sldNum" sz="quarter" idx="5"/>
          </p:nvPr>
        </p:nvSpPr>
        <p:spPr/>
        <p:txBody>
          <a:bodyPr/>
          <a:lstStyle/>
          <a:p>
            <a:fld id="{BECBE0C0-10B2-424C-ABA2-176E4D6F59C2}" type="slidenum">
              <a:rPr lang="en-US" smtClean="0"/>
              <a:t>9</a:t>
            </a:fld>
            <a:endParaRPr lang="en-US"/>
          </a:p>
        </p:txBody>
      </p:sp>
    </p:spTree>
    <p:extLst>
      <p:ext uri="{BB962C8B-B14F-4D97-AF65-F5344CB8AC3E}">
        <p14:creationId xmlns:p14="http://schemas.microsoft.com/office/powerpoint/2010/main" val="1743976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CBE0C0-10B2-424C-ABA2-176E4D6F59C2}" type="slidenum">
              <a:rPr lang="en-US" smtClean="0"/>
              <a:t>11</a:t>
            </a:fld>
            <a:endParaRPr lang="en-US"/>
          </a:p>
        </p:txBody>
      </p:sp>
    </p:spTree>
    <p:extLst>
      <p:ext uri="{BB962C8B-B14F-4D97-AF65-F5344CB8AC3E}">
        <p14:creationId xmlns:p14="http://schemas.microsoft.com/office/powerpoint/2010/main" val="26766277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www.siemens-energy.com/" TargetMode="External"/><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icture">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p:nvPicPr>
        <p:blipFill rotWithShape="1">
          <a:blip>
            <a:extLst>
              <a:ext uri="{96DAC541-7B7A-43D3-8B79-37D633B846F1}">
                <asvg:svgBlip xmlns:asvg="http://schemas.microsoft.com/office/drawing/2016/SVG/main" r:embed="rId2"/>
              </a:ext>
            </a:extLst>
          </a:blip>
          <a:srcRect l="19322" t="21730" r="39007" b="36603"/>
          <a:stretch/>
        </p:blipFill>
        <p:spPr bwMode="invGray">
          <a:xfrm>
            <a:off x="1361" y="421"/>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dirty="0"/>
              <a:t>Click to edit Master title style</a:t>
            </a:r>
            <a:endParaRPr lang="de-DE" dirty="0"/>
          </a:p>
        </p:txBody>
      </p:sp>
      <p:sp>
        <p:nvSpPr>
          <p:cNvPr id="3"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4986"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Copyright">
            <a:extLst>
              <a:ext uri="{FF2B5EF4-FFF2-40B4-BE49-F238E27FC236}">
                <a16:creationId xmlns:a16="http://schemas.microsoft.com/office/drawing/2014/main" id="{D9F34F5F-2345-489B-AB7D-E407430D36F8}"/>
              </a:ext>
            </a:extLst>
          </p:cNvPr>
          <p:cNvSpPr txBox="1"/>
          <p:nvPr/>
        </p:nvSpPr>
        <p:spPr>
          <a:xfrm>
            <a:off x="6242050" y="6526800"/>
            <a:ext cx="5949950" cy="331200"/>
          </a:xfrm>
          <a:prstGeom prst="rect">
            <a:avLst/>
          </a:prstGeom>
          <a:noFill/>
        </p:spPr>
        <p:txBody>
          <a:bodyPr wrap="square" lIns="626400" tIns="0" rIns="482400" bIns="0" rtlCol="0">
            <a:noAutofit/>
          </a:bodyPr>
          <a:lstStyle/>
          <a:p>
            <a:pPr algn="r"/>
            <a:r>
              <a:rPr lang="en-US" sz="1000" b="0" noProof="0" dirty="0">
                <a:solidFill>
                  <a:schemeClr val="tx1"/>
                </a:solidFill>
              </a:rPr>
              <a:t>Restricted © Siemens Energy, 2026</a:t>
            </a:r>
          </a:p>
        </p:txBody>
      </p:sp>
      <p:sp>
        <p:nvSpPr>
          <p:cNvPr id="9" name="License statement">
            <a:extLst>
              <a:ext uri="{FF2B5EF4-FFF2-40B4-BE49-F238E27FC236}">
                <a16:creationId xmlns:a16="http://schemas.microsoft.com/office/drawing/2014/main" id="{239D0E4B-66A6-4FE5-BA27-541046B3DA99}"/>
              </a:ext>
            </a:extLst>
          </p:cNvPr>
          <p:cNvSpPr txBox="1"/>
          <p:nvPr/>
        </p:nvSpPr>
        <p:spPr>
          <a:xfrm>
            <a:off x="627063" y="6526800"/>
            <a:ext cx="5468936"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0" name="Logo">
            <a:extLst>
              <a:ext uri="{FF2B5EF4-FFF2-40B4-BE49-F238E27FC236}">
                <a16:creationId xmlns:a16="http://schemas.microsoft.com/office/drawing/2014/main" id="{BDE6CC66-01ED-4C38-82FB-6CE0F487EF18}"/>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36539360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picture 2">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p:nvPicPr>
        <p:blipFill rotWithShape="1">
          <a:blip>
            <a:extLst>
              <a:ext uri="{96DAC541-7B7A-43D3-8B79-37D633B846F1}">
                <asvg:svgBlip xmlns:asvg="http://schemas.microsoft.com/office/drawing/2016/SVG/main" r:embed="rId2"/>
              </a:ext>
            </a:extLst>
          </a:blip>
          <a:srcRect l="17845" t="23917" r="40484" b="34416"/>
          <a:stretch/>
        </p:blipFill>
        <p:spPr bwMode="invGray">
          <a:xfrm>
            <a:off x="0" y="636"/>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dirty="0"/>
              <a:t>Click to edit Master title style</a:t>
            </a:r>
            <a:endParaRPr lang="de-DE" dirty="0"/>
          </a:p>
        </p:txBody>
      </p:sp>
      <p:sp>
        <p:nvSpPr>
          <p:cNvPr id="3"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4986"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Copyright">
            <a:extLst>
              <a:ext uri="{FF2B5EF4-FFF2-40B4-BE49-F238E27FC236}">
                <a16:creationId xmlns:a16="http://schemas.microsoft.com/office/drawing/2014/main" id="{D9F34F5F-2345-489B-AB7D-E407430D36F8}"/>
              </a:ext>
            </a:extLst>
          </p:cNvPr>
          <p:cNvSpPr txBox="1"/>
          <p:nvPr/>
        </p:nvSpPr>
        <p:spPr>
          <a:xfrm>
            <a:off x="6242050" y="6526800"/>
            <a:ext cx="5949950" cy="331200"/>
          </a:xfrm>
          <a:prstGeom prst="rect">
            <a:avLst/>
          </a:prstGeom>
          <a:noFill/>
        </p:spPr>
        <p:txBody>
          <a:bodyPr wrap="square" lIns="626400" tIns="0" rIns="482400" bIns="0" rtlCol="0">
            <a:noAutofit/>
          </a:bodyPr>
          <a:lstStyle/>
          <a:p>
            <a:pPr algn="r"/>
            <a:r>
              <a:rPr lang="en-US" sz="1000" b="0" noProof="0" dirty="0">
                <a:solidFill>
                  <a:schemeClr val="tx1"/>
                </a:solidFill>
              </a:rPr>
              <a:t>Restricted © Siemens Energy, 2026</a:t>
            </a:r>
          </a:p>
        </p:txBody>
      </p:sp>
      <p:sp>
        <p:nvSpPr>
          <p:cNvPr id="9" name="License statement">
            <a:extLst>
              <a:ext uri="{FF2B5EF4-FFF2-40B4-BE49-F238E27FC236}">
                <a16:creationId xmlns:a16="http://schemas.microsoft.com/office/drawing/2014/main" id="{76370656-D639-4E4F-858E-95D5F039AB42}"/>
              </a:ext>
            </a:extLst>
          </p:cNvPr>
          <p:cNvSpPr txBox="1"/>
          <p:nvPr/>
        </p:nvSpPr>
        <p:spPr>
          <a:xfrm>
            <a:off x="627063" y="6526800"/>
            <a:ext cx="5468936"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1" name="Logo">
            <a:extLst>
              <a:ext uri="{FF2B5EF4-FFF2-40B4-BE49-F238E27FC236}">
                <a16:creationId xmlns:a16="http://schemas.microsoft.com/office/drawing/2014/main" id="{25CE1A5C-9916-4F19-AAA4-EDA02A87A1BA}"/>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369949806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picture 3">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p:nvPicPr>
        <p:blipFill rotWithShape="1">
          <a:blip>
            <a:extLst>
              <a:ext uri="{96DAC541-7B7A-43D3-8B79-37D633B846F1}">
                <asvg:svgBlip xmlns:asvg="http://schemas.microsoft.com/office/drawing/2016/SVG/main" r:embed="rId2"/>
              </a:ext>
            </a:extLst>
          </a:blip>
          <a:srcRect l="20183" t="26979" r="38146" b="31354"/>
          <a:stretch/>
        </p:blipFill>
        <p:spPr bwMode="invGray">
          <a:xfrm>
            <a:off x="1358" y="424"/>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dirty="0"/>
              <a:t>Click to edit Master title style</a:t>
            </a:r>
            <a:endParaRPr lang="de-DE" dirty="0"/>
          </a:p>
        </p:txBody>
      </p:sp>
      <p:sp>
        <p:nvSpPr>
          <p:cNvPr id="3"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4986"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Copyright">
            <a:extLst>
              <a:ext uri="{FF2B5EF4-FFF2-40B4-BE49-F238E27FC236}">
                <a16:creationId xmlns:a16="http://schemas.microsoft.com/office/drawing/2014/main" id="{D9F34F5F-2345-489B-AB7D-E407430D36F8}"/>
              </a:ext>
            </a:extLst>
          </p:cNvPr>
          <p:cNvSpPr txBox="1"/>
          <p:nvPr/>
        </p:nvSpPr>
        <p:spPr>
          <a:xfrm>
            <a:off x="6242050" y="6526800"/>
            <a:ext cx="5949950" cy="331200"/>
          </a:xfrm>
          <a:prstGeom prst="rect">
            <a:avLst/>
          </a:prstGeom>
          <a:noFill/>
        </p:spPr>
        <p:txBody>
          <a:bodyPr wrap="square" lIns="626400" tIns="0" rIns="482400" bIns="0" rtlCol="0">
            <a:noAutofit/>
          </a:bodyPr>
          <a:lstStyle/>
          <a:p>
            <a:pPr algn="r"/>
            <a:r>
              <a:rPr lang="en-US" sz="1000" b="0" noProof="0" dirty="0">
                <a:solidFill>
                  <a:schemeClr val="tx1"/>
                </a:solidFill>
              </a:rPr>
              <a:t>Restricted © Siemens Energy, 2026</a:t>
            </a:r>
          </a:p>
        </p:txBody>
      </p:sp>
      <p:sp>
        <p:nvSpPr>
          <p:cNvPr id="9" name="License statement">
            <a:extLst>
              <a:ext uri="{FF2B5EF4-FFF2-40B4-BE49-F238E27FC236}">
                <a16:creationId xmlns:a16="http://schemas.microsoft.com/office/drawing/2014/main" id="{990571EA-906B-4464-A50B-507D49D861B2}"/>
              </a:ext>
            </a:extLst>
          </p:cNvPr>
          <p:cNvSpPr txBox="1"/>
          <p:nvPr/>
        </p:nvSpPr>
        <p:spPr>
          <a:xfrm>
            <a:off x="627063" y="6526800"/>
            <a:ext cx="5468936"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1" name="Logo">
            <a:extLst>
              <a:ext uri="{FF2B5EF4-FFF2-40B4-BE49-F238E27FC236}">
                <a16:creationId xmlns:a16="http://schemas.microsoft.com/office/drawing/2014/main" id="{BB81BE19-DE56-4F9F-AB66-D4BBF7C27085}"/>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89269400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picture 4">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p:nvPicPr>
        <p:blipFill rotWithShape="1">
          <a:blip>
            <a:extLst>
              <a:ext uri="{96DAC541-7B7A-43D3-8B79-37D633B846F1}">
                <asvg:svgBlip xmlns:asvg="http://schemas.microsoft.com/office/drawing/2016/SVG/main" r:embed="rId2"/>
              </a:ext>
            </a:extLst>
          </a:blip>
          <a:srcRect l="21675" t="21705" r="36127" b="36101"/>
          <a:stretch/>
        </p:blipFill>
        <p:spPr bwMode="invGray">
          <a:xfrm>
            <a:off x="0" y="424"/>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dirty="0"/>
              <a:t>Click to edit Master title style</a:t>
            </a:r>
            <a:endParaRPr lang="de-DE" dirty="0"/>
          </a:p>
        </p:txBody>
      </p:sp>
      <p:sp>
        <p:nvSpPr>
          <p:cNvPr id="3"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4986"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Copyright">
            <a:extLst>
              <a:ext uri="{FF2B5EF4-FFF2-40B4-BE49-F238E27FC236}">
                <a16:creationId xmlns:a16="http://schemas.microsoft.com/office/drawing/2014/main" id="{D9F34F5F-2345-489B-AB7D-E407430D36F8}"/>
              </a:ext>
            </a:extLst>
          </p:cNvPr>
          <p:cNvSpPr txBox="1"/>
          <p:nvPr/>
        </p:nvSpPr>
        <p:spPr>
          <a:xfrm>
            <a:off x="6242050" y="6526800"/>
            <a:ext cx="5949950" cy="331200"/>
          </a:xfrm>
          <a:prstGeom prst="rect">
            <a:avLst/>
          </a:prstGeom>
          <a:noFill/>
        </p:spPr>
        <p:txBody>
          <a:bodyPr wrap="square" lIns="626400" tIns="0" rIns="482400" bIns="0" rtlCol="0">
            <a:noAutofit/>
          </a:bodyPr>
          <a:lstStyle/>
          <a:p>
            <a:pPr algn="r"/>
            <a:r>
              <a:rPr lang="en-US" sz="1000" b="0" noProof="0" dirty="0">
                <a:solidFill>
                  <a:schemeClr val="tx1"/>
                </a:solidFill>
              </a:rPr>
              <a:t>Restricted © Siemens Energy, 2026</a:t>
            </a:r>
          </a:p>
        </p:txBody>
      </p:sp>
      <p:sp>
        <p:nvSpPr>
          <p:cNvPr id="9" name="License statement">
            <a:extLst>
              <a:ext uri="{FF2B5EF4-FFF2-40B4-BE49-F238E27FC236}">
                <a16:creationId xmlns:a16="http://schemas.microsoft.com/office/drawing/2014/main" id="{4BDFE179-90A8-4E57-BD6D-D55F6E97F6BE}"/>
              </a:ext>
            </a:extLst>
          </p:cNvPr>
          <p:cNvSpPr txBox="1"/>
          <p:nvPr/>
        </p:nvSpPr>
        <p:spPr>
          <a:xfrm>
            <a:off x="627063" y="6526800"/>
            <a:ext cx="5468936"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1" name="Logo">
            <a:extLst>
              <a:ext uri="{FF2B5EF4-FFF2-40B4-BE49-F238E27FC236}">
                <a16:creationId xmlns:a16="http://schemas.microsoft.com/office/drawing/2014/main" id="{78ABE4E0-FB97-4BF6-9DC1-70C063009212}"/>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211227960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le color fill">
    <p:bg>
      <p:bgRef idx="1001">
        <a:schemeClr val="bg1"/>
      </p:bgRef>
    </p:bg>
    <p:spTree>
      <p:nvGrpSpPr>
        <p:cNvPr id="1" name=""/>
        <p:cNvGrpSpPr/>
        <p:nvPr/>
      </p:nvGrpSpPr>
      <p:grpSpPr>
        <a:xfrm>
          <a:off x="0" y="0"/>
          <a:ext cx="0" cy="0"/>
          <a:chOff x="0" y="0"/>
          <a:chExt cx="0" cy="0"/>
        </a:xfrm>
      </p:grpSpPr>
      <p:pic>
        <p:nvPicPr>
          <p:cNvPr id="6" name="Graphic">
            <a:extLst>
              <a:ext uri="{FF2B5EF4-FFF2-40B4-BE49-F238E27FC236}">
                <a16:creationId xmlns:a16="http://schemas.microsoft.com/office/drawing/2014/main" id="{FA11A8A9-D061-4109-B5C4-C3047D9EDE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428"/>
            <a:ext cx="12191999" cy="6857143"/>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3" y="1414800"/>
            <a:ext cx="8207375" cy="3114000"/>
          </a:xfrm>
        </p:spPr>
        <p:txBody>
          <a:bodyPr lIns="0" tIns="0" bIns="0" anchor="b"/>
          <a:lstStyle>
            <a:lvl1pPr algn="l">
              <a:defRPr sz="4400">
                <a:solidFill>
                  <a:schemeClr val="tx1"/>
                </a:solidFill>
              </a:defRPr>
            </a:lvl1pPr>
          </a:lstStyle>
          <a:p>
            <a:r>
              <a:rPr lang="en-US" dirty="0"/>
              <a:t>Click to edit Master title style</a:t>
            </a:r>
            <a:endParaRPr lang="de-DE" dirty="0"/>
          </a:p>
        </p:txBody>
      </p:sp>
      <p:sp>
        <p:nvSpPr>
          <p:cNvPr id="3"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8207374"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15" name="Copyright">
            <a:extLst>
              <a:ext uri="{FF2B5EF4-FFF2-40B4-BE49-F238E27FC236}">
                <a16:creationId xmlns:a16="http://schemas.microsoft.com/office/drawing/2014/main" id="{43B07ABE-0FDD-4360-94CB-BE49F6F0B457}"/>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8" name="License statement">
            <a:extLst>
              <a:ext uri="{FF2B5EF4-FFF2-40B4-BE49-F238E27FC236}">
                <a16:creationId xmlns:a16="http://schemas.microsoft.com/office/drawing/2014/main" id="{C0045C3A-1F21-44D0-8D93-8AC33A04C18C}"/>
              </a:ext>
            </a:extLst>
          </p:cNvPr>
          <p:cNvSpPr txBox="1"/>
          <p:nvPr/>
        </p:nvSpPr>
        <p:spPr>
          <a:xfrm>
            <a:off x="627063" y="6526800"/>
            <a:ext cx="5468936"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0" name="Logo">
            <a:extLst>
              <a:ext uri="{FF2B5EF4-FFF2-40B4-BE49-F238E27FC236}">
                <a16:creationId xmlns:a16="http://schemas.microsoft.com/office/drawing/2014/main" id="{BB76785D-9D19-41C9-8176-187EE5D79AE5}"/>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118458536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hapter title picture">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B5D6BABE-C707-41BC-BD10-0E77470B44FD}"/>
              </a:ext>
            </a:extLst>
          </p:cNvPr>
          <p:cNvPicPr>
            <a:picLocks noChangeAspect="1"/>
          </p:cNvPicPr>
          <p:nvPr/>
        </p:nvPicPr>
        <p:blipFill rotWithShape="1">
          <a:blip>
            <a:extLst>
              <a:ext uri="{96DAC541-7B7A-43D3-8B79-37D633B846F1}">
                <asvg:svgBlip xmlns:asvg="http://schemas.microsoft.com/office/drawing/2016/SVG/main" r:embed="rId2"/>
              </a:ext>
            </a:extLst>
          </a:blip>
          <a:srcRect l="19322" t="21730" r="39007" b="36603"/>
          <a:stretch/>
        </p:blipFill>
        <p:spPr bwMode="invGray">
          <a:xfrm>
            <a:off x="1361" y="421"/>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noProof="0" dirty="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600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21" name="Copyright">
            <a:extLst>
              <a:ext uri="{FF2B5EF4-FFF2-40B4-BE49-F238E27FC236}">
                <a16:creationId xmlns:a16="http://schemas.microsoft.com/office/drawing/2014/main" id="{71CD5254-1CE6-48F0-ABFF-AA178A1005BA}"/>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22" name="Page">
            <a:extLst>
              <a:ext uri="{FF2B5EF4-FFF2-40B4-BE49-F238E27FC236}">
                <a16:creationId xmlns:a16="http://schemas.microsoft.com/office/drawing/2014/main" id="{C287CBD3-96E7-4B61-B6DD-46430F096AD8}"/>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23" name="Date">
            <a:extLst>
              <a:ext uri="{FF2B5EF4-FFF2-40B4-BE49-F238E27FC236}">
                <a16:creationId xmlns:a16="http://schemas.microsoft.com/office/drawing/2014/main" id="{0108D4AB-9688-41D1-B0EE-85800E673924}"/>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09.2026</a:t>
            </a:r>
          </a:p>
        </p:txBody>
      </p:sp>
      <p:sp>
        <p:nvSpPr>
          <p:cNvPr id="11" name="License statement">
            <a:extLst>
              <a:ext uri="{FF2B5EF4-FFF2-40B4-BE49-F238E27FC236}">
                <a16:creationId xmlns:a16="http://schemas.microsoft.com/office/drawing/2014/main" id="{212F44C2-86F0-4F8F-80A6-4ED7F591836A}"/>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3" name="Logo">
            <a:extLst>
              <a:ext uri="{FF2B5EF4-FFF2-40B4-BE49-F238E27FC236}">
                <a16:creationId xmlns:a16="http://schemas.microsoft.com/office/drawing/2014/main" id="{1DC56BA1-A850-4AE0-A568-3D4B1B2442B8}"/>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121283701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hapter title picture 2">
    <p:bg>
      <p:bgRef idx="1001">
        <a:schemeClr val="bg1"/>
      </p:bgRef>
    </p:bg>
    <p:spTree>
      <p:nvGrpSpPr>
        <p:cNvPr id="1" name=""/>
        <p:cNvGrpSpPr/>
        <p:nvPr/>
      </p:nvGrpSpPr>
      <p:grpSpPr>
        <a:xfrm>
          <a:off x="0" y="0"/>
          <a:ext cx="0" cy="0"/>
          <a:chOff x="0" y="0"/>
          <a:chExt cx="0" cy="0"/>
        </a:xfrm>
      </p:grpSpPr>
      <p:pic>
        <p:nvPicPr>
          <p:cNvPr id="11" name="Graphic">
            <a:extLst>
              <a:ext uri="{FF2B5EF4-FFF2-40B4-BE49-F238E27FC236}">
                <a16:creationId xmlns:a16="http://schemas.microsoft.com/office/drawing/2014/main" id="{048807C0-F913-457F-BC6F-5FF8BB950F3D}"/>
              </a:ext>
            </a:extLst>
          </p:cNvPr>
          <p:cNvPicPr>
            <a:picLocks noChangeAspect="1"/>
          </p:cNvPicPr>
          <p:nvPr/>
        </p:nvPicPr>
        <p:blipFill rotWithShape="1">
          <a:blip>
            <a:extLst>
              <a:ext uri="{96DAC541-7B7A-43D3-8B79-37D633B846F1}">
                <asvg:svgBlip xmlns:asvg="http://schemas.microsoft.com/office/drawing/2016/SVG/main" r:embed="rId2"/>
              </a:ext>
            </a:extLst>
          </a:blip>
          <a:srcRect l="17845" t="23917" r="40484" b="34416"/>
          <a:stretch/>
        </p:blipFill>
        <p:spPr bwMode="invGray">
          <a:xfrm>
            <a:off x="0" y="636"/>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noProof="0" dirty="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600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21" name="Copyright">
            <a:extLst>
              <a:ext uri="{FF2B5EF4-FFF2-40B4-BE49-F238E27FC236}">
                <a16:creationId xmlns:a16="http://schemas.microsoft.com/office/drawing/2014/main" id="{71CD5254-1CE6-48F0-ABFF-AA178A1005BA}"/>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22" name="Page">
            <a:extLst>
              <a:ext uri="{FF2B5EF4-FFF2-40B4-BE49-F238E27FC236}">
                <a16:creationId xmlns:a16="http://schemas.microsoft.com/office/drawing/2014/main" id="{C287CBD3-96E7-4B61-B6DD-46430F096AD8}"/>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3" name="Date">
            <a:extLst>
              <a:ext uri="{FF2B5EF4-FFF2-40B4-BE49-F238E27FC236}">
                <a16:creationId xmlns:a16="http://schemas.microsoft.com/office/drawing/2014/main" id="{1DE39B38-513C-4C4B-9F03-FC4B2D200743}"/>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09.2026</a:t>
            </a:r>
          </a:p>
        </p:txBody>
      </p:sp>
      <p:sp>
        <p:nvSpPr>
          <p:cNvPr id="15" name="License statement">
            <a:extLst>
              <a:ext uri="{FF2B5EF4-FFF2-40B4-BE49-F238E27FC236}">
                <a16:creationId xmlns:a16="http://schemas.microsoft.com/office/drawing/2014/main" id="{B1801D01-5487-4711-ADA6-1F6955CFB9B8}"/>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2" name="Logo">
            <a:extLst>
              <a:ext uri="{FF2B5EF4-FFF2-40B4-BE49-F238E27FC236}">
                <a16:creationId xmlns:a16="http://schemas.microsoft.com/office/drawing/2014/main" id="{8DBB9C8C-1FFC-4C10-8923-5BB14464CDFA}"/>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287242350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hapter title picture 3">
    <p:bg>
      <p:bgRef idx="1001">
        <a:schemeClr val="bg1"/>
      </p:bgRef>
    </p:bg>
    <p:spTree>
      <p:nvGrpSpPr>
        <p:cNvPr id="1" name=""/>
        <p:cNvGrpSpPr/>
        <p:nvPr/>
      </p:nvGrpSpPr>
      <p:grpSpPr>
        <a:xfrm>
          <a:off x="0" y="0"/>
          <a:ext cx="0" cy="0"/>
          <a:chOff x="0" y="0"/>
          <a:chExt cx="0" cy="0"/>
        </a:xfrm>
      </p:grpSpPr>
      <p:pic>
        <p:nvPicPr>
          <p:cNvPr id="12" name="Graphic">
            <a:extLst>
              <a:ext uri="{FF2B5EF4-FFF2-40B4-BE49-F238E27FC236}">
                <a16:creationId xmlns:a16="http://schemas.microsoft.com/office/drawing/2014/main" id="{53CB57DE-2231-4FB5-89CE-5E957E5B7EE1}"/>
              </a:ext>
            </a:extLst>
          </p:cNvPr>
          <p:cNvPicPr>
            <a:picLocks noChangeAspect="1"/>
          </p:cNvPicPr>
          <p:nvPr/>
        </p:nvPicPr>
        <p:blipFill rotWithShape="1">
          <a:blip>
            <a:extLst>
              <a:ext uri="{96DAC541-7B7A-43D3-8B79-37D633B846F1}">
                <asvg:svgBlip xmlns:asvg="http://schemas.microsoft.com/office/drawing/2016/SVG/main" r:embed="rId2"/>
              </a:ext>
            </a:extLst>
          </a:blip>
          <a:srcRect l="20183" t="26979" r="38146" b="31354"/>
          <a:stretch/>
        </p:blipFill>
        <p:spPr bwMode="invGray">
          <a:xfrm>
            <a:off x="1358" y="424"/>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noProof="0" dirty="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600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Author | Department</a:t>
            </a:r>
          </a:p>
        </p:txBody>
      </p:sp>
      <p:sp>
        <p:nvSpPr>
          <p:cNvPr id="21" name="Copyright">
            <a:extLst>
              <a:ext uri="{FF2B5EF4-FFF2-40B4-BE49-F238E27FC236}">
                <a16:creationId xmlns:a16="http://schemas.microsoft.com/office/drawing/2014/main" id="{71CD5254-1CE6-48F0-ABFF-AA178A1005BA}"/>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2020</a:t>
            </a:r>
          </a:p>
        </p:txBody>
      </p:sp>
      <p:sp>
        <p:nvSpPr>
          <p:cNvPr id="22" name="Page">
            <a:extLst>
              <a:ext uri="{FF2B5EF4-FFF2-40B4-BE49-F238E27FC236}">
                <a16:creationId xmlns:a16="http://schemas.microsoft.com/office/drawing/2014/main" id="{C287CBD3-96E7-4B61-B6DD-46430F096AD8}"/>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3" name="Date">
            <a:extLst>
              <a:ext uri="{FF2B5EF4-FFF2-40B4-BE49-F238E27FC236}">
                <a16:creationId xmlns:a16="http://schemas.microsoft.com/office/drawing/2014/main" id="{DB1A54EC-A3D1-455B-9B10-BD6E66386C62}"/>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YYYY-MM-DD</a:t>
            </a:r>
          </a:p>
        </p:txBody>
      </p:sp>
      <p:sp>
        <p:nvSpPr>
          <p:cNvPr id="15" name="License statement">
            <a:extLst>
              <a:ext uri="{FF2B5EF4-FFF2-40B4-BE49-F238E27FC236}">
                <a16:creationId xmlns:a16="http://schemas.microsoft.com/office/drawing/2014/main" id="{856ED8E8-9807-4F50-A174-877DAAC140D0}"/>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1" name="Logo">
            <a:extLst>
              <a:ext uri="{FF2B5EF4-FFF2-40B4-BE49-F238E27FC236}">
                <a16:creationId xmlns:a16="http://schemas.microsoft.com/office/drawing/2014/main" id="{56610667-D1F1-4DB1-8951-934EF4B90CE5}"/>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82576462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hapter title picture 4">
    <p:bg>
      <p:bgRef idx="1001">
        <a:schemeClr val="bg1"/>
      </p:bgRef>
    </p:bg>
    <p:spTree>
      <p:nvGrpSpPr>
        <p:cNvPr id="1" name=""/>
        <p:cNvGrpSpPr/>
        <p:nvPr/>
      </p:nvGrpSpPr>
      <p:grpSpPr>
        <a:xfrm>
          <a:off x="0" y="0"/>
          <a:ext cx="0" cy="0"/>
          <a:chOff x="0" y="0"/>
          <a:chExt cx="0" cy="0"/>
        </a:xfrm>
      </p:grpSpPr>
      <p:pic>
        <p:nvPicPr>
          <p:cNvPr id="11" name="Graphic">
            <a:extLst>
              <a:ext uri="{FF2B5EF4-FFF2-40B4-BE49-F238E27FC236}">
                <a16:creationId xmlns:a16="http://schemas.microsoft.com/office/drawing/2014/main" id="{CDC7F29D-098B-44AE-92AB-834812CDDFBD}"/>
              </a:ext>
            </a:extLst>
          </p:cNvPr>
          <p:cNvPicPr>
            <a:picLocks noChangeAspect="1"/>
          </p:cNvPicPr>
          <p:nvPr/>
        </p:nvPicPr>
        <p:blipFill rotWithShape="1">
          <a:blip>
            <a:extLst>
              <a:ext uri="{96DAC541-7B7A-43D3-8B79-37D633B846F1}">
                <asvg:svgBlip xmlns:asvg="http://schemas.microsoft.com/office/drawing/2016/SVG/main" r:embed="rId2"/>
              </a:ext>
            </a:extLst>
          </a:blip>
          <a:srcRect l="21675" t="21705" r="36127" b="36101"/>
          <a:stretch/>
        </p:blipFill>
        <p:spPr bwMode="invGray">
          <a:xfrm>
            <a:off x="0" y="424"/>
            <a:ext cx="12193200"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2" y="1414800"/>
            <a:ext cx="5614988" cy="3114000"/>
          </a:xfrm>
        </p:spPr>
        <p:txBody>
          <a:bodyPr lIns="0" tIns="0" bIns="0" anchor="b"/>
          <a:lstStyle>
            <a:lvl1pPr algn="l">
              <a:defRPr sz="4400">
                <a:solidFill>
                  <a:schemeClr val="tx1"/>
                </a:solidFill>
              </a:defRPr>
            </a:lvl1pPr>
          </a:lstStyle>
          <a:p>
            <a:r>
              <a:rPr lang="en-US" noProof="0" dirty="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561600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Author | Department</a:t>
            </a:r>
          </a:p>
        </p:txBody>
      </p:sp>
      <p:sp>
        <p:nvSpPr>
          <p:cNvPr id="21" name="Copyright">
            <a:extLst>
              <a:ext uri="{FF2B5EF4-FFF2-40B4-BE49-F238E27FC236}">
                <a16:creationId xmlns:a16="http://schemas.microsoft.com/office/drawing/2014/main" id="{71CD5254-1CE6-48F0-ABFF-AA178A1005BA}"/>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2020</a:t>
            </a:r>
          </a:p>
        </p:txBody>
      </p:sp>
      <p:sp>
        <p:nvSpPr>
          <p:cNvPr id="22" name="Page">
            <a:extLst>
              <a:ext uri="{FF2B5EF4-FFF2-40B4-BE49-F238E27FC236}">
                <a16:creationId xmlns:a16="http://schemas.microsoft.com/office/drawing/2014/main" id="{C287CBD3-96E7-4B61-B6DD-46430F096AD8}"/>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3" name="Date">
            <a:extLst>
              <a:ext uri="{FF2B5EF4-FFF2-40B4-BE49-F238E27FC236}">
                <a16:creationId xmlns:a16="http://schemas.microsoft.com/office/drawing/2014/main" id="{6087BB6B-DC15-4BC4-A21C-1782CB4DA419}"/>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YYYY-MM-DD</a:t>
            </a:r>
          </a:p>
        </p:txBody>
      </p:sp>
      <p:sp>
        <p:nvSpPr>
          <p:cNvPr id="15" name="License statement">
            <a:extLst>
              <a:ext uri="{FF2B5EF4-FFF2-40B4-BE49-F238E27FC236}">
                <a16:creationId xmlns:a16="http://schemas.microsoft.com/office/drawing/2014/main" id="{E9F4ECED-AAEC-41AE-AE05-A9B81D388383}"/>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2" name="Logo">
            <a:extLst>
              <a:ext uri="{FF2B5EF4-FFF2-40B4-BE49-F238E27FC236}">
                <a16:creationId xmlns:a16="http://schemas.microsoft.com/office/drawing/2014/main" id="{F208A3C6-5ED3-47CD-95C4-12C8971DEF08}"/>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42078363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 title color fi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3" y="1414800"/>
            <a:ext cx="8207375" cy="3114000"/>
          </a:xfrm>
        </p:spPr>
        <p:txBody>
          <a:bodyPr lIns="0" tIns="0" bIns="0" anchor="b"/>
          <a:lstStyle>
            <a:lvl1pPr algn="l">
              <a:defRPr sz="4400">
                <a:solidFill>
                  <a:schemeClr val="accent2"/>
                </a:solidFill>
              </a:defRPr>
            </a:lvl1pPr>
          </a:lstStyle>
          <a:p>
            <a:r>
              <a:rPr lang="en-US" noProof="0" dirty="0"/>
              <a:t>Chapter divider</a:t>
            </a:r>
          </a:p>
        </p:txBody>
      </p:sp>
      <p:sp>
        <p:nvSpPr>
          <p:cNvPr id="4"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8208000" cy="899252"/>
          </a:xfrm>
        </p:spPr>
        <p:txBody>
          <a:bodyPr lIns="0" tIns="108000" anchor="t">
            <a:noAutofit/>
          </a:bodyPr>
          <a:lstStyle>
            <a:lvl1pPr marL="0" indent="0" algn="l">
              <a:buNone/>
              <a:defRPr sz="15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7" name="License statement">
            <a:extLst>
              <a:ext uri="{FF2B5EF4-FFF2-40B4-BE49-F238E27FC236}">
                <a16:creationId xmlns:a16="http://schemas.microsoft.com/office/drawing/2014/main" id="{D0DCD031-C87D-4337-8B6F-81915A0662B8}"/>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6" name="Logo">
            <a:extLst>
              <a:ext uri="{FF2B5EF4-FFF2-40B4-BE49-F238E27FC236}">
                <a16:creationId xmlns:a16="http://schemas.microsoft.com/office/drawing/2014/main" id="{4774ED4C-2CE3-4F97-9292-1D483D04ABBC}"/>
              </a:ext>
            </a:extLst>
          </p:cNvPr>
          <p:cNvPicPr>
            <a:picLocks noChangeAspect="1"/>
          </p:cNvPicPr>
          <p:nvPr/>
        </p:nvPicPr>
        <p:blipFill>
          <a:blip r:embed="rId2"/>
          <a:srcRect/>
          <a:stretch/>
        </p:blipFill>
        <p:spPr bwMode="black">
          <a:xfrm>
            <a:off x="10274163" y="468926"/>
            <a:ext cx="1439999" cy="496808"/>
          </a:xfrm>
          <a:prstGeom prst="rect">
            <a:avLst/>
          </a:prstGeom>
        </p:spPr>
      </p:pic>
    </p:spTree>
    <p:extLst>
      <p:ext uri="{BB962C8B-B14F-4D97-AF65-F5344CB8AC3E}">
        <p14:creationId xmlns:p14="http://schemas.microsoft.com/office/powerpoint/2010/main" val="322530856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hapter title color fill 2">
    <p:bg>
      <p:bgRef idx="1001">
        <a:schemeClr val="bg1"/>
      </p:bgRef>
    </p:bg>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5EEEC47E-29AF-4B44-A9C9-06E5C65189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428"/>
            <a:ext cx="12191999" cy="6857143"/>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3" y="1414800"/>
            <a:ext cx="8207375" cy="3114000"/>
          </a:xfrm>
        </p:spPr>
        <p:txBody>
          <a:bodyPr lIns="0" tIns="0" bIns="0" anchor="b"/>
          <a:lstStyle>
            <a:lvl1pPr algn="l">
              <a:defRPr sz="4400">
                <a:solidFill>
                  <a:schemeClr val="tx1"/>
                </a:solidFill>
              </a:defRPr>
            </a:lvl1pPr>
          </a:lstStyle>
          <a:p>
            <a:r>
              <a:rPr lang="en-US" noProof="0" dirty="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820800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21" name="Author | Department">
            <a:extLst>
              <a:ext uri="{FF2B5EF4-FFF2-40B4-BE49-F238E27FC236}">
                <a16:creationId xmlns:a16="http://schemas.microsoft.com/office/drawing/2014/main" id="{D68DCDC5-4F2B-44B6-8F0F-820176DFF1B3}"/>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22" name="Copyright">
            <a:extLst>
              <a:ext uri="{FF2B5EF4-FFF2-40B4-BE49-F238E27FC236}">
                <a16:creationId xmlns:a16="http://schemas.microsoft.com/office/drawing/2014/main" id="{7F37D979-5873-43CB-B2A0-7F29413E1A8E}"/>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23" name="Page">
            <a:extLst>
              <a:ext uri="{FF2B5EF4-FFF2-40B4-BE49-F238E27FC236}">
                <a16:creationId xmlns:a16="http://schemas.microsoft.com/office/drawing/2014/main" id="{03A6209B-0B23-4B14-8B9F-CD213A6E0968}"/>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4" name="Date">
            <a:extLst>
              <a:ext uri="{FF2B5EF4-FFF2-40B4-BE49-F238E27FC236}">
                <a16:creationId xmlns:a16="http://schemas.microsoft.com/office/drawing/2014/main" id="{135B676A-1967-447F-9CAE-69D52FC83DD5}"/>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09.2026</a:t>
            </a:r>
          </a:p>
        </p:txBody>
      </p:sp>
      <p:sp>
        <p:nvSpPr>
          <p:cNvPr id="15" name="License statement">
            <a:extLst>
              <a:ext uri="{FF2B5EF4-FFF2-40B4-BE49-F238E27FC236}">
                <a16:creationId xmlns:a16="http://schemas.microsoft.com/office/drawing/2014/main" id="{9FD4DA83-51C4-4A4B-A278-BEF26AF8F17F}"/>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11" name="Logo">
            <a:extLst>
              <a:ext uri="{FF2B5EF4-FFF2-40B4-BE49-F238E27FC236}">
                <a16:creationId xmlns:a16="http://schemas.microsoft.com/office/drawing/2014/main" id="{387AABCF-4385-4691-9A06-00F20F9065DB}"/>
              </a:ext>
            </a:extLst>
          </p:cNvPr>
          <p:cNvPicPr>
            <a:picLocks noChangeAspect="1"/>
          </p:cNvPicPr>
          <p:nvPr/>
        </p:nvPicPr>
        <p:blipFill>
          <a:blip r:embed="rId3"/>
          <a:srcRect/>
          <a:stretch/>
        </p:blipFill>
        <p:spPr bwMode="black">
          <a:xfrm>
            <a:off x="10274163" y="468926"/>
            <a:ext cx="1440000" cy="496808"/>
          </a:xfrm>
          <a:prstGeom prst="rect">
            <a:avLst/>
          </a:prstGeom>
        </p:spPr>
      </p:pic>
    </p:spTree>
    <p:extLst>
      <p:ext uri="{BB962C8B-B14F-4D97-AF65-F5344CB8AC3E}">
        <p14:creationId xmlns:p14="http://schemas.microsoft.com/office/powerpoint/2010/main" val="1137892853"/>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hapter title color fill 3">
    <p:bg>
      <p:bgRef idx="1001">
        <a:schemeClr val="bg1"/>
      </p:bgRef>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8417E295-392C-44FE-8176-B174ED9A229B}"/>
              </a:ext>
            </a:extLst>
          </p:cNvPr>
          <p:cNvSpPr/>
          <p:nvPr/>
        </p:nvSpPr>
        <p:spPr bwMode="invGray">
          <a:xfrm>
            <a:off x="-2"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a:extLst>
              <a:ext uri="{FF2B5EF4-FFF2-40B4-BE49-F238E27FC236}">
                <a16:creationId xmlns:a16="http://schemas.microsoft.com/office/drawing/2014/main" id="{4D270123-9201-40C9-8724-1647E9A0C8F8}"/>
              </a:ext>
            </a:extLst>
          </p:cNvPr>
          <p:cNvSpPr>
            <a:spLocks noGrp="1"/>
          </p:cNvSpPr>
          <p:nvPr>
            <p:ph type="ctrTitle" hasCustomPrompt="1"/>
          </p:nvPr>
        </p:nvSpPr>
        <p:spPr>
          <a:xfrm>
            <a:off x="627063" y="1414800"/>
            <a:ext cx="8207375" cy="3114000"/>
          </a:xfrm>
        </p:spPr>
        <p:txBody>
          <a:bodyPr lIns="0" tIns="0" bIns="0" anchor="b"/>
          <a:lstStyle>
            <a:lvl1pPr algn="l">
              <a:defRPr sz="4400">
                <a:solidFill>
                  <a:schemeClr val="tx1"/>
                </a:solidFill>
              </a:defRPr>
            </a:lvl1pPr>
          </a:lstStyle>
          <a:p>
            <a:r>
              <a:rPr lang="en-US" noProof="0" dirty="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064" y="4528800"/>
            <a:ext cx="820800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of presentation,</a:t>
            </a:r>
            <a:br>
              <a:rPr lang="en-US" dirty="0"/>
            </a:br>
            <a:r>
              <a:rPr lang="en-US" dirty="0"/>
              <a:t>English, Month 2020</a:t>
            </a:r>
          </a:p>
        </p:txBody>
      </p:sp>
      <p:sp>
        <p:nvSpPr>
          <p:cNvPr id="17" name="Author | Department">
            <a:extLst>
              <a:ext uri="{FF2B5EF4-FFF2-40B4-BE49-F238E27FC236}">
                <a16:creationId xmlns:a16="http://schemas.microsoft.com/office/drawing/2014/main" id="{26DFA7DF-409A-4EF9-98B8-082D9F0DFFA2}"/>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18" name="Copyright">
            <a:extLst>
              <a:ext uri="{FF2B5EF4-FFF2-40B4-BE49-F238E27FC236}">
                <a16:creationId xmlns:a16="http://schemas.microsoft.com/office/drawing/2014/main" id="{FBB07F48-7C23-4EE9-98FE-9F1E3B2F0CF9}"/>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19" name="Page">
            <a:extLst>
              <a:ext uri="{FF2B5EF4-FFF2-40B4-BE49-F238E27FC236}">
                <a16:creationId xmlns:a16="http://schemas.microsoft.com/office/drawing/2014/main" id="{729C0801-E71C-4366-8677-B076F4D6C490}"/>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2" name="Date">
            <a:extLst>
              <a:ext uri="{FF2B5EF4-FFF2-40B4-BE49-F238E27FC236}">
                <a16:creationId xmlns:a16="http://schemas.microsoft.com/office/drawing/2014/main" id="{82BE5B3D-7992-492A-8060-97136D5B3973}"/>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09.2026</a:t>
            </a:r>
          </a:p>
        </p:txBody>
      </p:sp>
    </p:spTree>
    <p:extLst>
      <p:ext uri="{BB962C8B-B14F-4D97-AF65-F5344CB8AC3E}">
        <p14:creationId xmlns:p14="http://schemas.microsoft.com/office/powerpoint/2010/main" val="172318052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 + Index">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F1C3F0AE-B730-4CA9-92F6-C1C6E956774E}"/>
              </a:ext>
            </a:extLst>
          </p:cNvPr>
          <p:cNvPicPr>
            <a:picLocks noChangeAspect="1"/>
          </p:cNvPicPr>
          <p:nvPr/>
        </p:nvPicPr>
        <p:blipFill rotWithShape="1">
          <a:blip>
            <a:extLst>
              <a:ext uri="{96DAC541-7B7A-43D3-8B79-37D633B846F1}">
                <asvg:svgBlip xmlns:asvg="http://schemas.microsoft.com/office/drawing/2016/SVG/main" r:embed="rId2"/>
              </a:ext>
            </a:extLst>
          </a:blip>
          <a:srcRect l="16123" t="21730" r="42206" b="36603"/>
          <a:stretch/>
        </p:blipFill>
        <p:spPr bwMode="invGray">
          <a:xfrm>
            <a:off x="1360" y="425"/>
            <a:ext cx="12193200" cy="6858000"/>
          </a:xfrm>
          <a:prstGeom prst="rect">
            <a:avLst/>
          </a:prstGeom>
        </p:spPr>
      </p:pic>
      <p:sp>
        <p:nvSpPr>
          <p:cNvPr id="2" name="Table of contents">
            <a:extLst>
              <a:ext uri="{FF2B5EF4-FFF2-40B4-BE49-F238E27FC236}">
                <a16:creationId xmlns:a16="http://schemas.microsoft.com/office/drawing/2014/main" id="{989931F3-BF65-40DB-9BE0-80167D2EBFEC}"/>
              </a:ext>
            </a:extLst>
          </p:cNvPr>
          <p:cNvSpPr>
            <a:spLocks noGrp="1"/>
          </p:cNvSpPr>
          <p:nvPr>
            <p:ph type="title" hasCustomPrompt="1"/>
          </p:nvPr>
        </p:nvSpPr>
        <p:spPr/>
        <p:txBody>
          <a:bodyPr/>
          <a:lstStyle>
            <a:lvl1pPr>
              <a:defRPr>
                <a:solidFill>
                  <a:schemeClr val="tx1"/>
                </a:solidFill>
              </a:defRPr>
            </a:lvl1pPr>
          </a:lstStyle>
          <a:p>
            <a:r>
              <a:rPr lang="en-US" dirty="0"/>
              <a:t>Table of contents</a:t>
            </a:r>
          </a:p>
        </p:txBody>
      </p:sp>
      <p:sp>
        <p:nvSpPr>
          <p:cNvPr id="8" name="Table"/>
          <p:cNvSpPr>
            <a:spLocks noGrp="1"/>
          </p:cNvSpPr>
          <p:nvPr>
            <p:ph type="tbl" sz="quarter" idx="10" hasCustomPrompt="1"/>
          </p:nvPr>
        </p:nvSpPr>
        <p:spPr>
          <a:xfrm>
            <a:off x="627062" y="1522800"/>
            <a:ext cx="8208000" cy="4644000"/>
          </a:xfrm>
        </p:spPr>
        <p:txBody>
          <a:bodyPr/>
          <a:lstStyle>
            <a:lvl1pPr>
              <a:defRPr>
                <a:solidFill>
                  <a:schemeClr val="tx1"/>
                </a:solidFill>
              </a:defRPr>
            </a:lvl1pPr>
          </a:lstStyle>
          <a:p>
            <a:r>
              <a:rPr lang="de-DE" dirty="0"/>
              <a:t>Table</a:t>
            </a:r>
          </a:p>
        </p:txBody>
      </p:sp>
      <p:sp>
        <p:nvSpPr>
          <p:cNvPr id="6" name="Author | Department">
            <a:extLst>
              <a:ext uri="{FF2B5EF4-FFF2-40B4-BE49-F238E27FC236}">
                <a16:creationId xmlns:a16="http://schemas.microsoft.com/office/drawing/2014/main" id="{F1D626C4-116E-471D-A183-678A72706E84}"/>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9" name="Copyright">
            <a:extLst>
              <a:ext uri="{FF2B5EF4-FFF2-40B4-BE49-F238E27FC236}">
                <a16:creationId xmlns:a16="http://schemas.microsoft.com/office/drawing/2014/main" id="{78B59CFA-AFE0-4473-A60A-D84A1A90AE48}"/>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10" name="Page">
            <a:extLst>
              <a:ext uri="{FF2B5EF4-FFF2-40B4-BE49-F238E27FC236}">
                <a16:creationId xmlns:a16="http://schemas.microsoft.com/office/drawing/2014/main" id="{EFC6F67A-D89D-43AA-A5C1-18FB7E52FD1F}"/>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4" name="Date">
            <a:extLst>
              <a:ext uri="{FF2B5EF4-FFF2-40B4-BE49-F238E27FC236}">
                <a16:creationId xmlns:a16="http://schemas.microsoft.com/office/drawing/2014/main" id="{F6C6E93D-807F-4E17-B486-DCE68B9A6AD6}"/>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09.2026</a:t>
            </a:r>
          </a:p>
        </p:txBody>
      </p:sp>
    </p:spTree>
    <p:extLst>
      <p:ext uri="{BB962C8B-B14F-4D97-AF65-F5344CB8AC3E}">
        <p14:creationId xmlns:p14="http://schemas.microsoft.com/office/powerpoint/2010/main" val="1787299293"/>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 Index">
    <p:spTree>
      <p:nvGrpSpPr>
        <p:cNvPr id="1" name=""/>
        <p:cNvGrpSpPr/>
        <p:nvPr/>
      </p:nvGrpSpPr>
      <p:grpSpPr>
        <a:xfrm>
          <a:off x="0" y="0"/>
          <a:ext cx="0" cy="0"/>
          <a:chOff x="0" y="0"/>
          <a:chExt cx="0" cy="0"/>
        </a:xfrm>
      </p:grpSpPr>
      <p:sp>
        <p:nvSpPr>
          <p:cNvPr id="2" name="Table of contents">
            <a:extLst>
              <a:ext uri="{FF2B5EF4-FFF2-40B4-BE49-F238E27FC236}">
                <a16:creationId xmlns:a16="http://schemas.microsoft.com/office/drawing/2014/main" id="{C41ED7A8-59A7-4A1B-85AB-660A43EF3AB4}"/>
              </a:ext>
            </a:extLst>
          </p:cNvPr>
          <p:cNvSpPr>
            <a:spLocks noGrp="1"/>
          </p:cNvSpPr>
          <p:nvPr>
            <p:ph type="title" hasCustomPrompt="1"/>
          </p:nvPr>
        </p:nvSpPr>
        <p:spPr/>
        <p:txBody>
          <a:bodyPr/>
          <a:lstStyle>
            <a:lvl1pPr>
              <a:defRPr/>
            </a:lvl1pPr>
          </a:lstStyle>
          <a:p>
            <a:r>
              <a:rPr lang="en-US" noProof="0" dirty="0"/>
              <a:t>Table of contents</a:t>
            </a:r>
            <a:endParaRPr lang="en-US" dirty="0"/>
          </a:p>
        </p:txBody>
      </p:sp>
      <p:sp>
        <p:nvSpPr>
          <p:cNvPr id="4" name="Table"/>
          <p:cNvSpPr>
            <a:spLocks noGrp="1"/>
          </p:cNvSpPr>
          <p:nvPr>
            <p:ph type="tbl" sz="quarter" idx="10" hasCustomPrompt="1"/>
          </p:nvPr>
        </p:nvSpPr>
        <p:spPr>
          <a:xfrm>
            <a:off x="627062" y="1522800"/>
            <a:ext cx="8208000" cy="4644575"/>
          </a:xfrm>
        </p:spPr>
        <p:txBody>
          <a:bodyPr/>
          <a:lstStyle>
            <a:lvl1pPr>
              <a:defRPr/>
            </a:lvl1pPr>
          </a:lstStyle>
          <a:p>
            <a:r>
              <a:rPr lang="en-US" noProof="0" dirty="0"/>
              <a:t>Table</a:t>
            </a:r>
          </a:p>
        </p:txBody>
      </p:sp>
    </p:spTree>
    <p:extLst>
      <p:ext uri="{BB962C8B-B14F-4D97-AF65-F5344CB8AC3E}">
        <p14:creationId xmlns:p14="http://schemas.microsoft.com/office/powerpoint/2010/main" val="3197098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 Index 2">
    <p:spTree>
      <p:nvGrpSpPr>
        <p:cNvPr id="1" name=""/>
        <p:cNvGrpSpPr/>
        <p:nvPr/>
      </p:nvGrpSpPr>
      <p:grpSpPr>
        <a:xfrm>
          <a:off x="0" y="0"/>
          <a:ext cx="0" cy="0"/>
          <a:chOff x="0" y="0"/>
          <a:chExt cx="0" cy="0"/>
        </a:xfrm>
      </p:grpSpPr>
      <p:sp>
        <p:nvSpPr>
          <p:cNvPr id="2" name="Table of contents">
            <a:extLst>
              <a:ext uri="{FF2B5EF4-FFF2-40B4-BE49-F238E27FC236}">
                <a16:creationId xmlns:a16="http://schemas.microsoft.com/office/drawing/2014/main" id="{C310531E-0CC7-4528-B1E6-9F819FD0E005}"/>
              </a:ext>
            </a:extLst>
          </p:cNvPr>
          <p:cNvSpPr>
            <a:spLocks noGrp="1"/>
          </p:cNvSpPr>
          <p:nvPr>
            <p:ph type="title" hasCustomPrompt="1"/>
          </p:nvPr>
        </p:nvSpPr>
        <p:spPr/>
        <p:txBody>
          <a:bodyPr/>
          <a:lstStyle>
            <a:lvl1pPr>
              <a:defRPr/>
            </a:lvl1pPr>
          </a:lstStyle>
          <a:p>
            <a:r>
              <a:rPr lang="en-US" noProof="0" dirty="0"/>
              <a:t>Table of contents</a:t>
            </a:r>
            <a:endParaRPr lang="en-US" dirty="0"/>
          </a:p>
        </p:txBody>
      </p:sp>
      <p:sp>
        <p:nvSpPr>
          <p:cNvPr id="4" name="Chapter 1">
            <a:extLst>
              <a:ext uri="{FF2B5EF4-FFF2-40B4-BE49-F238E27FC236}">
                <a16:creationId xmlns:a16="http://schemas.microsoft.com/office/drawing/2014/main" id="{3EF4C540-3305-446C-B3A6-5230FE8E1E68}"/>
              </a:ext>
            </a:extLst>
          </p:cNvPr>
          <p:cNvSpPr>
            <a:spLocks noGrp="1"/>
          </p:cNvSpPr>
          <p:nvPr>
            <p:ph type="body" sz="quarter" idx="16" hasCustomPrompt="1"/>
          </p:nvPr>
        </p:nvSpPr>
        <p:spPr>
          <a:xfrm>
            <a:off x="627063" y="1703388"/>
            <a:ext cx="2160000"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dirty="0"/>
              <a:t>No.</a:t>
            </a:r>
          </a:p>
          <a:p>
            <a:pPr lvl="1"/>
            <a:r>
              <a:rPr lang="en-US" noProof="0" dirty="0"/>
              <a:t>Chapter</a:t>
            </a:r>
          </a:p>
          <a:p>
            <a:pPr lvl="2"/>
            <a:r>
              <a:rPr lang="en-US" noProof="0" dirty="0"/>
              <a:t>Topic</a:t>
            </a:r>
          </a:p>
        </p:txBody>
      </p:sp>
      <p:sp>
        <p:nvSpPr>
          <p:cNvPr id="14" name="Chapter 2">
            <a:extLst>
              <a:ext uri="{FF2B5EF4-FFF2-40B4-BE49-F238E27FC236}">
                <a16:creationId xmlns:a16="http://schemas.microsoft.com/office/drawing/2014/main" id="{F65B1E50-0024-482D-BD5A-7064672F6ACD}"/>
              </a:ext>
            </a:extLst>
          </p:cNvPr>
          <p:cNvSpPr>
            <a:spLocks noGrp="1"/>
          </p:cNvSpPr>
          <p:nvPr>
            <p:ph type="body" sz="quarter" idx="17" hasCustomPrompt="1"/>
          </p:nvPr>
        </p:nvSpPr>
        <p:spPr>
          <a:xfrm>
            <a:off x="2930732" y="1703388"/>
            <a:ext cx="2160000"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dirty="0"/>
              <a:t>No.</a:t>
            </a:r>
          </a:p>
          <a:p>
            <a:pPr lvl="1"/>
            <a:r>
              <a:rPr lang="en-US" noProof="0" dirty="0"/>
              <a:t>Chapter</a:t>
            </a:r>
          </a:p>
          <a:p>
            <a:pPr lvl="2"/>
            <a:r>
              <a:rPr lang="en-US" noProof="0" dirty="0"/>
              <a:t>Topic</a:t>
            </a:r>
          </a:p>
        </p:txBody>
      </p:sp>
      <p:sp>
        <p:nvSpPr>
          <p:cNvPr id="15" name="Chapter 3">
            <a:extLst>
              <a:ext uri="{FF2B5EF4-FFF2-40B4-BE49-F238E27FC236}">
                <a16:creationId xmlns:a16="http://schemas.microsoft.com/office/drawing/2014/main" id="{8AC85E50-79A3-4CC2-85A0-1E361742F5E7}"/>
              </a:ext>
            </a:extLst>
          </p:cNvPr>
          <p:cNvSpPr>
            <a:spLocks noGrp="1"/>
          </p:cNvSpPr>
          <p:nvPr>
            <p:ph type="body" sz="quarter" idx="18" hasCustomPrompt="1"/>
          </p:nvPr>
        </p:nvSpPr>
        <p:spPr>
          <a:xfrm>
            <a:off x="5234400" y="1703388"/>
            <a:ext cx="2160000"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dirty="0"/>
              <a:t>No.</a:t>
            </a:r>
          </a:p>
          <a:p>
            <a:pPr lvl="1"/>
            <a:r>
              <a:rPr lang="en-US" noProof="0" dirty="0"/>
              <a:t>Chapter</a:t>
            </a:r>
          </a:p>
          <a:p>
            <a:pPr lvl="2"/>
            <a:r>
              <a:rPr lang="en-US" noProof="0" dirty="0"/>
              <a:t>Topic</a:t>
            </a:r>
          </a:p>
        </p:txBody>
      </p:sp>
      <p:sp>
        <p:nvSpPr>
          <p:cNvPr id="16" name="Chapter 4">
            <a:extLst>
              <a:ext uri="{FF2B5EF4-FFF2-40B4-BE49-F238E27FC236}">
                <a16:creationId xmlns:a16="http://schemas.microsoft.com/office/drawing/2014/main" id="{6AEF1AD1-4DDB-4DBA-8C94-A0DA12F1A03A}"/>
              </a:ext>
            </a:extLst>
          </p:cNvPr>
          <p:cNvSpPr>
            <a:spLocks noGrp="1"/>
          </p:cNvSpPr>
          <p:nvPr>
            <p:ph type="body" sz="quarter" idx="19" hasCustomPrompt="1"/>
          </p:nvPr>
        </p:nvSpPr>
        <p:spPr>
          <a:xfrm>
            <a:off x="627063" y="3862388"/>
            <a:ext cx="2160000"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dirty="0"/>
              <a:t>No.</a:t>
            </a:r>
          </a:p>
          <a:p>
            <a:pPr lvl="1"/>
            <a:r>
              <a:rPr lang="en-US" noProof="0" dirty="0"/>
              <a:t>Chapter</a:t>
            </a:r>
          </a:p>
          <a:p>
            <a:pPr lvl="2"/>
            <a:r>
              <a:rPr lang="en-US" noProof="0" dirty="0"/>
              <a:t>Topic</a:t>
            </a:r>
          </a:p>
        </p:txBody>
      </p:sp>
      <p:sp>
        <p:nvSpPr>
          <p:cNvPr id="17" name="Chapter 5">
            <a:extLst>
              <a:ext uri="{FF2B5EF4-FFF2-40B4-BE49-F238E27FC236}">
                <a16:creationId xmlns:a16="http://schemas.microsoft.com/office/drawing/2014/main" id="{018C79BC-8598-41F5-B6E1-0DB86A5FC94D}"/>
              </a:ext>
            </a:extLst>
          </p:cNvPr>
          <p:cNvSpPr>
            <a:spLocks noGrp="1"/>
          </p:cNvSpPr>
          <p:nvPr>
            <p:ph type="body" sz="quarter" idx="20" hasCustomPrompt="1"/>
          </p:nvPr>
        </p:nvSpPr>
        <p:spPr>
          <a:xfrm>
            <a:off x="2930732" y="3862388"/>
            <a:ext cx="2160000"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dirty="0"/>
              <a:t>No.</a:t>
            </a:r>
          </a:p>
          <a:p>
            <a:pPr lvl="1"/>
            <a:r>
              <a:rPr lang="en-US" noProof="0" dirty="0"/>
              <a:t>Chapter</a:t>
            </a:r>
          </a:p>
          <a:p>
            <a:pPr lvl="2"/>
            <a:r>
              <a:rPr lang="en-US" noProof="0" dirty="0"/>
              <a:t>Topic</a:t>
            </a:r>
          </a:p>
        </p:txBody>
      </p:sp>
      <p:sp>
        <p:nvSpPr>
          <p:cNvPr id="18" name="Chapter 6">
            <a:extLst>
              <a:ext uri="{FF2B5EF4-FFF2-40B4-BE49-F238E27FC236}">
                <a16:creationId xmlns:a16="http://schemas.microsoft.com/office/drawing/2014/main" id="{92BB5C0A-7CAC-4620-92E5-253BEFF2D667}"/>
              </a:ext>
            </a:extLst>
          </p:cNvPr>
          <p:cNvSpPr>
            <a:spLocks noGrp="1"/>
          </p:cNvSpPr>
          <p:nvPr>
            <p:ph type="body" sz="quarter" idx="21" hasCustomPrompt="1"/>
          </p:nvPr>
        </p:nvSpPr>
        <p:spPr>
          <a:xfrm>
            <a:off x="5234400" y="3862388"/>
            <a:ext cx="2160000"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dirty="0"/>
              <a:t>No.</a:t>
            </a:r>
          </a:p>
          <a:p>
            <a:pPr lvl="1"/>
            <a:r>
              <a:rPr lang="en-US" noProof="0" dirty="0"/>
              <a:t>Chapter</a:t>
            </a:r>
          </a:p>
          <a:p>
            <a:pPr lvl="2"/>
            <a:r>
              <a:rPr lang="en-US" noProof="0" dirty="0"/>
              <a:t>Topic</a:t>
            </a:r>
          </a:p>
        </p:txBody>
      </p:sp>
    </p:spTree>
    <p:extLst>
      <p:ext uri="{BB962C8B-B14F-4D97-AF65-F5344CB8AC3E}">
        <p14:creationId xmlns:p14="http://schemas.microsoft.com/office/powerpoint/2010/main" val="30282133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F0A4C4D-EAF6-4487-9B40-402A183189E5}"/>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66312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ree Content color fill">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0A44E71F-B859-4008-8A5B-83A328EBFCDD}"/>
              </a:ext>
            </a:extLst>
          </p:cNvPr>
          <p:cNvSpPr/>
          <p:nvPr/>
        </p:nvSpPr>
        <p:spPr>
          <a:xfrm>
            <a:off x="0" y="1414800"/>
            <a:ext cx="12191999" cy="47529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a:extLst>
              <a:ext uri="{FF2B5EF4-FFF2-40B4-BE49-F238E27FC236}">
                <a16:creationId xmlns:a16="http://schemas.microsoft.com/office/drawing/2014/main" id="{ED8BA2A0-402B-4423-B445-CE1431A1C15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548019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ingle large image">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1414800"/>
            <a:ext cx="12191999" cy="4752975"/>
          </a:xfrm>
        </p:spPr>
        <p:txBody>
          <a:bodyPr lIns="626400" tIns="252000" rIns="144000" bIns="252000"/>
          <a:lstStyle>
            <a:lvl1pPr>
              <a:defRPr/>
            </a:lvl1pPr>
          </a:lstStyle>
          <a:p>
            <a:r>
              <a:rPr lang="en-US" dirty="0"/>
              <a:t>Click icon to add picture</a:t>
            </a:r>
          </a:p>
        </p:txBody>
      </p:sp>
      <p:sp>
        <p:nvSpPr>
          <p:cNvPr id="2" name="Title">
            <a:extLst>
              <a:ext uri="{FF2B5EF4-FFF2-40B4-BE49-F238E27FC236}">
                <a16:creationId xmlns:a16="http://schemas.microsoft.com/office/drawing/2014/main" id="{C7ACECF9-920E-4760-B49D-8F2920649E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88964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ingle large image without footer">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1414800"/>
            <a:ext cx="12192000" cy="5443199"/>
          </a:xfrm>
        </p:spPr>
        <p:txBody>
          <a:bodyPr lIns="626400" tIns="252000" rIns="144000" bIns="252000"/>
          <a:lstStyle>
            <a:lvl1pPr>
              <a:defRPr/>
            </a:lvl1pPr>
          </a:lstStyle>
          <a:p>
            <a:r>
              <a:rPr lang="en-US" dirty="0"/>
              <a:t>Click icon to add picture</a:t>
            </a:r>
          </a:p>
        </p:txBody>
      </p:sp>
      <p:sp>
        <p:nvSpPr>
          <p:cNvPr id="2" name="Title">
            <a:extLst>
              <a:ext uri="{FF2B5EF4-FFF2-40B4-BE49-F238E27FC236}">
                <a16:creationId xmlns:a16="http://schemas.microsoft.com/office/drawing/2014/main" id="{BD694A34-C7CA-48AB-8D23-B8EABFB0888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4811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rgbClr val="000000"/>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0"/>
            <a:ext cx="12192000" cy="6858000"/>
          </a:xfrm>
          <a:solidFill>
            <a:schemeClr val="accent6"/>
          </a:solidFill>
        </p:spPr>
        <p:txBody>
          <a:bodyPr lIns="626400" tIns="234000" rIns="482400" bIns="626400" anchor="b" anchorCtr="0"/>
          <a:lstStyle>
            <a:lvl1pPr algn="r">
              <a:defRPr/>
            </a:lvl1pPr>
          </a:lstStyle>
          <a:p>
            <a:r>
              <a:rPr lang="en-US" dirty="0"/>
              <a:t>Click on the icon to add a </a:t>
            </a:r>
            <a:br>
              <a:rPr lang="en-US" dirty="0"/>
            </a:br>
            <a:r>
              <a:rPr lang="en-US" dirty="0"/>
              <a:t>sufficiently high-contrast image </a:t>
            </a:r>
            <a:br>
              <a:rPr lang="en-US" dirty="0"/>
            </a:br>
            <a:r>
              <a:rPr lang="en-US" dirty="0"/>
              <a:t>so that the heading is easy to read.</a:t>
            </a:r>
          </a:p>
        </p:txBody>
      </p:sp>
      <p:sp>
        <p:nvSpPr>
          <p:cNvPr id="2" name="Title">
            <a:extLst>
              <a:ext uri="{FF2B5EF4-FFF2-40B4-BE49-F238E27FC236}">
                <a16:creationId xmlns:a16="http://schemas.microsoft.com/office/drawing/2014/main" id="{A0C12949-F421-4D93-A5FF-4A495FF402F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00369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Big statement">
    <p:bg>
      <p:bgRef idx="1001">
        <a:schemeClr val="bg1"/>
      </p:bgRef>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0"/>
            <a:ext cx="12192000" cy="6858000"/>
          </a:xfrm>
          <a:solidFill>
            <a:schemeClr val="accent6"/>
          </a:solidFill>
        </p:spPr>
        <p:txBody>
          <a:bodyPr lIns="626400" tIns="234000" rIns="482400" bIns="626400" anchor="b" anchorCtr="0"/>
          <a:lstStyle>
            <a:lvl1pPr algn="r">
              <a:defRPr>
                <a:solidFill>
                  <a:schemeClr val="tx1"/>
                </a:solidFill>
              </a:defRPr>
            </a:lvl1pPr>
          </a:lstStyle>
          <a:p>
            <a:r>
              <a:rPr lang="en-US" dirty="0"/>
              <a:t>Click on the icon to add a </a:t>
            </a:r>
            <a:br>
              <a:rPr lang="en-US" dirty="0"/>
            </a:br>
            <a:r>
              <a:rPr lang="en-US" dirty="0"/>
              <a:t>sufficiently high-contrast image </a:t>
            </a:r>
            <a:br>
              <a:rPr lang="en-US" dirty="0"/>
            </a:br>
            <a:r>
              <a:rPr lang="en-US" dirty="0"/>
              <a:t>so that the heading is easy to read.</a:t>
            </a:r>
          </a:p>
        </p:txBody>
      </p:sp>
      <p:sp>
        <p:nvSpPr>
          <p:cNvPr id="2" name="Title">
            <a:extLst>
              <a:ext uri="{FF2B5EF4-FFF2-40B4-BE49-F238E27FC236}">
                <a16:creationId xmlns:a16="http://schemas.microsoft.com/office/drawing/2014/main" id="{8B7679BF-476B-4936-B87E-CF0BADD38D6A}"/>
              </a:ext>
            </a:extLst>
          </p:cNvPr>
          <p:cNvSpPr>
            <a:spLocks noGrp="1"/>
          </p:cNvSpPr>
          <p:nvPr>
            <p:ph type="title" hasCustomPrompt="1"/>
          </p:nvPr>
        </p:nvSpPr>
        <p:spPr>
          <a:xfrm>
            <a:off x="6350" y="4798"/>
            <a:ext cx="6235700" cy="5873715"/>
          </a:xfrm>
          <a:noFill/>
        </p:spPr>
        <p:txBody>
          <a:bodyPr lIns="626400" tIns="900000" rIns="0" bIns="0" anchor="t"/>
          <a:lstStyle>
            <a:lvl1pPr algn="l">
              <a:defRPr sz="4400">
                <a:solidFill>
                  <a:schemeClr val="tx1"/>
                </a:solidFill>
              </a:defRPr>
            </a:lvl1pPr>
          </a:lstStyle>
          <a:p>
            <a:r>
              <a:rPr lang="en-US" dirty="0"/>
              <a:t>Big statement on a full size picture</a:t>
            </a:r>
            <a:endParaRPr lang="de-DE" dirty="0"/>
          </a:p>
        </p:txBody>
      </p:sp>
    </p:spTree>
    <p:extLst>
      <p:ext uri="{BB962C8B-B14F-4D97-AF65-F5344CB8AC3E}">
        <p14:creationId xmlns:p14="http://schemas.microsoft.com/office/powerpoint/2010/main" val="3418751025"/>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One object (lar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396FC1D-DB7A-4E51-83A7-D7995F9EE98F}"/>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p:txBody>
          <a:bodyPr/>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0703947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One object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A07FC25-F4AA-44AB-A199-BEA168878E6C}"/>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7063" y="1414800"/>
            <a:ext cx="6912000" cy="4752975"/>
          </a:xfrm>
        </p:spPr>
        <p:txBody>
          <a:bodyPr/>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2622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One object (small) with Logo">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A07FC25-F4AA-44AB-A199-BEA168878E6C}"/>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7063" y="1414800"/>
            <a:ext cx="6912000" cy="4752975"/>
          </a:xfrm>
        </p:spPr>
        <p:txBody>
          <a:bodyPr/>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License statement">
            <a:extLst>
              <a:ext uri="{FF2B5EF4-FFF2-40B4-BE49-F238E27FC236}">
                <a16:creationId xmlns:a16="http://schemas.microsoft.com/office/drawing/2014/main" id="{8A8BFD76-D6D8-4CF7-9953-B1C9C522963C}"/>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5" name="Logo">
            <a:extLst>
              <a:ext uri="{FF2B5EF4-FFF2-40B4-BE49-F238E27FC236}">
                <a16:creationId xmlns:a16="http://schemas.microsoft.com/office/drawing/2014/main" id="{4DD39686-C426-4B02-B953-AC0AC4016A35}"/>
              </a:ext>
            </a:extLst>
          </p:cNvPr>
          <p:cNvPicPr>
            <a:picLocks noChangeAspect="1"/>
          </p:cNvPicPr>
          <p:nvPr/>
        </p:nvPicPr>
        <p:blipFill>
          <a:blip r:embed="rId2"/>
          <a:srcRect/>
          <a:stretch/>
        </p:blipFill>
        <p:spPr bwMode="black">
          <a:xfrm>
            <a:off x="10274163" y="468926"/>
            <a:ext cx="1439999" cy="496808"/>
          </a:xfrm>
          <a:prstGeom prst="rect">
            <a:avLst/>
          </a:prstGeom>
        </p:spPr>
      </p:pic>
    </p:spTree>
    <p:extLst>
      <p:ext uri="{BB962C8B-B14F-4D97-AF65-F5344CB8AC3E}">
        <p14:creationId xmlns:p14="http://schemas.microsoft.com/office/powerpoint/2010/main" val="21501036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53AF9F3-C036-494E-93A9-EEB85375F3D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064" y="1414800"/>
            <a:ext cx="5472112" cy="4752975"/>
          </a:xfrm>
        </p:spPr>
        <p:txBody>
          <a:bodyPr/>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6242048" y="1414800"/>
            <a:ext cx="5472000" cy="4752975"/>
          </a:xfrm>
        </p:spPr>
        <p:txBody>
          <a:bodyPr/>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233601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columns, two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6F8B4D2-6F05-469C-8BE4-52BAC6D34B39}"/>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7064" y="1414800"/>
            <a:ext cx="5472000" cy="4752975"/>
          </a:xfrm>
        </p:spPr>
        <p:txBody>
          <a:bodyPr/>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Image 1">
            <a:extLst>
              <a:ext uri="{FF2B5EF4-FFF2-40B4-BE49-F238E27FC236}">
                <a16:creationId xmlns:a16="http://schemas.microsoft.com/office/drawing/2014/main" id="{1F47DA09-C1B9-4F79-811C-47680DD13F06}"/>
              </a:ext>
            </a:extLst>
          </p:cNvPr>
          <p:cNvSpPr>
            <a:spLocks noGrp="1"/>
          </p:cNvSpPr>
          <p:nvPr>
            <p:ph type="pic" sz="quarter" idx="10" hasCustomPrompt="1"/>
          </p:nvPr>
        </p:nvSpPr>
        <p:spPr>
          <a:xfrm>
            <a:off x="6242049" y="1414800"/>
            <a:ext cx="5472000" cy="2305049"/>
          </a:xfrm>
        </p:spPr>
        <p:txBody>
          <a:bodyPr lIns="144000" tIns="144000" rIns="144000" bIns="144000"/>
          <a:lstStyle>
            <a:lvl1pPr>
              <a:defRPr/>
            </a:lvl1pPr>
          </a:lstStyle>
          <a:p>
            <a:r>
              <a:rPr lang="en-US" dirty="0"/>
              <a:t>Click icon to add picture</a:t>
            </a:r>
          </a:p>
        </p:txBody>
      </p:sp>
      <p:sp>
        <p:nvSpPr>
          <p:cNvPr id="8" name="Image 2">
            <a:extLst>
              <a:ext uri="{FF2B5EF4-FFF2-40B4-BE49-F238E27FC236}">
                <a16:creationId xmlns:a16="http://schemas.microsoft.com/office/drawing/2014/main" id="{B62DCAC0-0A0A-4FD1-9E6A-DFB48F5EAA12}"/>
              </a:ext>
            </a:extLst>
          </p:cNvPr>
          <p:cNvSpPr>
            <a:spLocks noGrp="1"/>
          </p:cNvSpPr>
          <p:nvPr>
            <p:ph type="pic" sz="quarter" idx="11" hasCustomPrompt="1"/>
          </p:nvPr>
        </p:nvSpPr>
        <p:spPr>
          <a:xfrm>
            <a:off x="6242049" y="3862725"/>
            <a:ext cx="5472000" cy="2305050"/>
          </a:xfrm>
        </p:spPr>
        <p:txBody>
          <a:bodyPr lIns="144000" tIns="144000" rIns="144000" bIns="144000" anchor="b" anchorCtr="0"/>
          <a:lstStyle>
            <a:lvl1pPr>
              <a:defRPr/>
            </a:lvl1pPr>
          </a:lstStyle>
          <a:p>
            <a:r>
              <a:rPr lang="en-US" dirty="0"/>
              <a:t>Click icon to add picture</a:t>
            </a:r>
          </a:p>
        </p:txBody>
      </p:sp>
    </p:spTree>
    <p:extLst>
      <p:ext uri="{BB962C8B-B14F-4D97-AF65-F5344CB8AC3E}">
        <p14:creationId xmlns:p14="http://schemas.microsoft.com/office/powerpoint/2010/main" val="3445379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columns, two images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8888810-CDD3-4B31-A4AB-CEA6DE3D1718}"/>
              </a:ext>
            </a:extLst>
          </p:cNvPr>
          <p:cNvSpPr>
            <a:spLocks noGrp="1"/>
          </p:cNvSpPr>
          <p:nvPr>
            <p:ph type="title"/>
          </p:nvPr>
        </p:nvSpPr>
        <p:spPr/>
        <p:txBody>
          <a:bodyPr/>
          <a:lstStyle/>
          <a:p>
            <a:r>
              <a:rPr lang="en-US"/>
              <a:t>Click to edit Master title style</a:t>
            </a:r>
            <a:endParaRPr lang="en-US" dirty="0"/>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bwMode="ltGray">
          <a:xfrm>
            <a:off x="0" y="1414800"/>
            <a:ext cx="6099176" cy="4752975"/>
          </a:xfrm>
          <a:gradFill>
            <a:gsLst>
              <a:gs pos="0">
                <a:schemeClr val="accent2"/>
              </a:gs>
              <a:gs pos="70000">
                <a:schemeClr val="tx2"/>
              </a:gs>
            </a:gsLst>
            <a:lin ang="13500000" scaled="1"/>
          </a:gradFill>
        </p:spPr>
        <p:txBody>
          <a:bodyPr lIns="626400" tIns="252000" rIns="144000" bIns="2520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Image 1">
            <a:extLst>
              <a:ext uri="{FF2B5EF4-FFF2-40B4-BE49-F238E27FC236}">
                <a16:creationId xmlns:a16="http://schemas.microsoft.com/office/drawing/2014/main" id="{1F47DA09-C1B9-4F79-811C-47680DD13F06}"/>
              </a:ext>
            </a:extLst>
          </p:cNvPr>
          <p:cNvSpPr>
            <a:spLocks noGrp="1"/>
          </p:cNvSpPr>
          <p:nvPr>
            <p:ph type="pic" sz="quarter" idx="10" hasCustomPrompt="1"/>
          </p:nvPr>
        </p:nvSpPr>
        <p:spPr>
          <a:xfrm>
            <a:off x="6242050" y="1414800"/>
            <a:ext cx="5949950" cy="2305049"/>
          </a:xfrm>
        </p:spPr>
        <p:txBody>
          <a:bodyPr lIns="144000" tIns="144000" rIns="144000" bIns="144000"/>
          <a:lstStyle>
            <a:lvl1pPr>
              <a:defRPr/>
            </a:lvl1pPr>
          </a:lstStyle>
          <a:p>
            <a:r>
              <a:rPr lang="en-US" dirty="0"/>
              <a:t>Click icon to add picture</a:t>
            </a:r>
          </a:p>
        </p:txBody>
      </p:sp>
      <p:sp>
        <p:nvSpPr>
          <p:cNvPr id="8" name="Image 2">
            <a:extLst>
              <a:ext uri="{FF2B5EF4-FFF2-40B4-BE49-F238E27FC236}">
                <a16:creationId xmlns:a16="http://schemas.microsoft.com/office/drawing/2014/main" id="{B62DCAC0-0A0A-4FD1-9E6A-DFB48F5EAA12}"/>
              </a:ext>
            </a:extLst>
          </p:cNvPr>
          <p:cNvSpPr>
            <a:spLocks noGrp="1"/>
          </p:cNvSpPr>
          <p:nvPr>
            <p:ph type="pic" sz="quarter" idx="11" hasCustomPrompt="1"/>
          </p:nvPr>
        </p:nvSpPr>
        <p:spPr>
          <a:xfrm>
            <a:off x="6242050" y="3862725"/>
            <a:ext cx="5949950" cy="2305050"/>
          </a:xfrm>
        </p:spPr>
        <p:txBody>
          <a:bodyPr lIns="144000" tIns="144000" rIns="144000" bIns="144000" anchor="b" anchorCtr="0"/>
          <a:lstStyle>
            <a:lvl1pPr>
              <a:defRPr/>
            </a:lvl1pPr>
          </a:lstStyle>
          <a:p>
            <a:r>
              <a:rPr lang="en-US" dirty="0"/>
              <a:t>Click icon to add picture</a:t>
            </a:r>
          </a:p>
        </p:txBody>
      </p:sp>
    </p:spTree>
    <p:extLst>
      <p:ext uri="{BB962C8B-B14F-4D97-AF65-F5344CB8AC3E}">
        <p14:creationId xmlns:p14="http://schemas.microsoft.com/office/powerpoint/2010/main" val="3031920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row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7ECFA6D-1332-4048-BA8C-6F8F3DE9B02E}"/>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1" y="1414800"/>
            <a:ext cx="8834437" cy="2305050"/>
          </a:xfrm>
        </p:spPr>
        <p:txBody>
          <a:bodyPr lIns="62640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1" y="3862800"/>
            <a:ext cx="8834437" cy="2305049"/>
          </a:xfrm>
        </p:spPr>
        <p:txBody>
          <a:bodyPr lIns="62640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0855618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A4DED40-DA39-4014-8DEE-94AA5379A75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064" y="1414800"/>
            <a:ext cx="3600000" cy="4752974"/>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4370614" y="1414800"/>
            <a:ext cx="3600000" cy="4752974"/>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3">
            <a:extLst>
              <a:ext uri="{FF2B5EF4-FFF2-40B4-BE49-F238E27FC236}">
                <a16:creationId xmlns:a16="http://schemas.microsoft.com/office/drawing/2014/main" id="{7AD2072B-7BD2-4A0D-8491-4973B658502C}"/>
              </a:ext>
            </a:extLst>
          </p:cNvPr>
          <p:cNvSpPr>
            <a:spLocks noGrp="1"/>
          </p:cNvSpPr>
          <p:nvPr>
            <p:ph sz="quarter" idx="12" hasCustomPrompt="1"/>
          </p:nvPr>
        </p:nvSpPr>
        <p:spPr>
          <a:xfrm>
            <a:off x="8114163" y="1414800"/>
            <a:ext cx="3600000" cy="4752974"/>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776909967"/>
      </p:ext>
    </p:extLst>
  </p:cSld>
  <p:clrMapOvr>
    <a:masterClrMapping/>
  </p:clrMapOvr>
  <p:extLst>
    <p:ext uri="{DCECCB84-F9BA-43D5-87BE-67443E8EF086}">
      <p15:sldGuideLst xmlns:p15="http://schemas.microsoft.com/office/powerpoint/2012/main">
        <p15:guide id="1" pos="5022">
          <p15:clr>
            <a:srgbClr val="009999"/>
          </p15:clr>
        </p15:guide>
        <p15:guide id="2" pos="5112">
          <p15:clr>
            <a:srgbClr val="009999"/>
          </p15:clr>
        </p15:guide>
        <p15:guide id="4" pos="2753">
          <p15:clr>
            <a:srgbClr val="009999"/>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columns, three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E041062-6E58-45A3-B6A1-92507B394BAA}"/>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064" y="1701798"/>
            <a:ext cx="3600000" cy="1584000"/>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4370614" y="1701798"/>
            <a:ext cx="3600000" cy="1584000"/>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3">
            <a:extLst>
              <a:ext uri="{FF2B5EF4-FFF2-40B4-BE49-F238E27FC236}">
                <a16:creationId xmlns:a16="http://schemas.microsoft.com/office/drawing/2014/main" id="{7AD2072B-7BD2-4A0D-8491-4973B658502C}"/>
              </a:ext>
            </a:extLst>
          </p:cNvPr>
          <p:cNvSpPr>
            <a:spLocks noGrp="1"/>
          </p:cNvSpPr>
          <p:nvPr>
            <p:ph sz="quarter" idx="12" hasCustomPrompt="1"/>
          </p:nvPr>
        </p:nvSpPr>
        <p:spPr>
          <a:xfrm>
            <a:off x="8114163" y="1701798"/>
            <a:ext cx="3600000" cy="1584000"/>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Image 1">
            <a:extLst>
              <a:ext uri="{FF2B5EF4-FFF2-40B4-BE49-F238E27FC236}">
                <a16:creationId xmlns:a16="http://schemas.microsoft.com/office/drawing/2014/main" id="{D7FB36E4-9D48-40F9-8766-C9A9EB707245}"/>
              </a:ext>
            </a:extLst>
          </p:cNvPr>
          <p:cNvSpPr>
            <a:spLocks noGrp="1"/>
          </p:cNvSpPr>
          <p:nvPr>
            <p:ph type="pic" sz="quarter" idx="13" hasCustomPrompt="1"/>
          </p:nvPr>
        </p:nvSpPr>
        <p:spPr>
          <a:xfrm>
            <a:off x="627064" y="3285275"/>
            <a:ext cx="3600000" cy="2593238"/>
          </a:xfrm>
        </p:spPr>
        <p:txBody>
          <a:bodyPr lIns="144000" tIns="144000" rIns="144000" bIns="144000"/>
          <a:lstStyle>
            <a:lvl1pPr>
              <a:defRPr/>
            </a:lvl1pPr>
          </a:lstStyle>
          <a:p>
            <a:r>
              <a:rPr lang="en-US" dirty="0"/>
              <a:t>Click icon to add picture</a:t>
            </a:r>
          </a:p>
        </p:txBody>
      </p:sp>
      <p:sp>
        <p:nvSpPr>
          <p:cNvPr id="12" name="Image 2">
            <a:extLst>
              <a:ext uri="{FF2B5EF4-FFF2-40B4-BE49-F238E27FC236}">
                <a16:creationId xmlns:a16="http://schemas.microsoft.com/office/drawing/2014/main" id="{DB7AA95A-85B0-4FB5-A5A1-EA4243663C9F}"/>
              </a:ext>
            </a:extLst>
          </p:cNvPr>
          <p:cNvSpPr>
            <a:spLocks noGrp="1"/>
          </p:cNvSpPr>
          <p:nvPr>
            <p:ph type="pic" sz="quarter" idx="14" hasCustomPrompt="1"/>
          </p:nvPr>
        </p:nvSpPr>
        <p:spPr>
          <a:xfrm>
            <a:off x="4370614" y="3285275"/>
            <a:ext cx="3600000" cy="2593238"/>
          </a:xfrm>
        </p:spPr>
        <p:txBody>
          <a:bodyPr lIns="144000" tIns="144000" rIns="144000" bIns="144000"/>
          <a:lstStyle>
            <a:lvl1pPr>
              <a:defRPr/>
            </a:lvl1pPr>
          </a:lstStyle>
          <a:p>
            <a:r>
              <a:rPr lang="en-US" dirty="0"/>
              <a:t>Click icon to add picture</a:t>
            </a:r>
          </a:p>
        </p:txBody>
      </p:sp>
      <p:sp>
        <p:nvSpPr>
          <p:cNvPr id="13" name="Image 3">
            <a:extLst>
              <a:ext uri="{FF2B5EF4-FFF2-40B4-BE49-F238E27FC236}">
                <a16:creationId xmlns:a16="http://schemas.microsoft.com/office/drawing/2014/main" id="{5530F297-3088-4E70-982A-604343177BD6}"/>
              </a:ext>
            </a:extLst>
          </p:cNvPr>
          <p:cNvSpPr>
            <a:spLocks noGrp="1"/>
          </p:cNvSpPr>
          <p:nvPr>
            <p:ph type="pic" sz="quarter" idx="15" hasCustomPrompt="1"/>
          </p:nvPr>
        </p:nvSpPr>
        <p:spPr>
          <a:xfrm>
            <a:off x="8114163" y="3285275"/>
            <a:ext cx="3600000" cy="2593238"/>
          </a:xfrm>
        </p:spPr>
        <p:txBody>
          <a:bodyPr lIns="144000" tIns="144000" rIns="144000" bIns="144000"/>
          <a:lstStyle>
            <a:lvl1pPr>
              <a:defRPr/>
            </a:lvl1pPr>
          </a:lstStyle>
          <a:p>
            <a:r>
              <a:rPr lang="en-US" dirty="0"/>
              <a:t>Click icon to add picture</a:t>
            </a:r>
          </a:p>
        </p:txBody>
      </p:sp>
    </p:spTree>
    <p:extLst>
      <p:ext uri="{BB962C8B-B14F-4D97-AF65-F5344CB8AC3E}">
        <p14:creationId xmlns:p14="http://schemas.microsoft.com/office/powerpoint/2010/main" val="4049836328"/>
      </p:ext>
    </p:extLst>
  </p:cSld>
  <p:clrMapOvr>
    <a:masterClrMapping/>
  </p:clrMapOvr>
  <p:extLst>
    <p:ext uri="{DCECCB84-F9BA-43D5-87BE-67443E8EF086}">
      <p15:sldGuideLst xmlns:p15="http://schemas.microsoft.com/office/powerpoint/2012/main">
        <p15:guide id="1" pos="5022">
          <p15:clr>
            <a:srgbClr val="009999"/>
          </p15:clr>
        </p15:guide>
        <p15:guide id="2" pos="5112">
          <p15:clr>
            <a:srgbClr val="009999"/>
          </p15:clr>
        </p15:guide>
        <p15:guide id="4" pos="2753">
          <p15:clr>
            <a:srgbClr val="009999"/>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objec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0AC4C64-3556-4D13-9B77-531CC35C597B}"/>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064" y="1414800"/>
            <a:ext cx="5472000" cy="2305049"/>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6242050" y="1414800"/>
            <a:ext cx="5472000" cy="2305049"/>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3">
            <a:extLst>
              <a:ext uri="{FF2B5EF4-FFF2-40B4-BE49-F238E27FC236}">
                <a16:creationId xmlns:a16="http://schemas.microsoft.com/office/drawing/2014/main" id="{7AD2072B-7BD2-4A0D-8491-4973B658502C}"/>
              </a:ext>
            </a:extLst>
          </p:cNvPr>
          <p:cNvSpPr>
            <a:spLocks noGrp="1"/>
          </p:cNvSpPr>
          <p:nvPr>
            <p:ph sz="quarter" idx="12" hasCustomPrompt="1"/>
          </p:nvPr>
        </p:nvSpPr>
        <p:spPr>
          <a:xfrm>
            <a:off x="627063" y="3862388"/>
            <a:ext cx="5472112" cy="2305049"/>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py 4">
            <a:extLst>
              <a:ext uri="{FF2B5EF4-FFF2-40B4-BE49-F238E27FC236}">
                <a16:creationId xmlns:a16="http://schemas.microsoft.com/office/drawing/2014/main" id="{5ABA1728-CE60-4862-A32A-3E1550DB8104}"/>
              </a:ext>
            </a:extLst>
          </p:cNvPr>
          <p:cNvSpPr>
            <a:spLocks noGrp="1"/>
          </p:cNvSpPr>
          <p:nvPr>
            <p:ph sz="quarter" idx="13" hasCustomPrompt="1"/>
          </p:nvPr>
        </p:nvSpPr>
        <p:spPr>
          <a:xfrm>
            <a:off x="6242050" y="3862388"/>
            <a:ext cx="5472000" cy="2305049"/>
          </a:xfrm>
        </p:spPr>
        <p:txBody>
          <a:bodyPr lIns="0"/>
          <a:lstStyle>
            <a:lvl1pPr>
              <a:defRPr/>
            </a:lvl1pPr>
            <a:lvl2pPr>
              <a:defRPr/>
            </a:lvl2pPr>
            <a:lvl3pPr>
              <a:defRPr/>
            </a:lvl3pPr>
            <a:lvl4pPr>
              <a:defRPr/>
            </a:lvl4pPr>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3997549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Full bleed color area 1">
    <p:bg>
      <p:bgRef idx="1001">
        <a:schemeClr val="bg1"/>
      </p:bgRef>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AC9B5110-BC98-411C-9BCB-2AFF35E6D9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428"/>
            <a:ext cx="12191999" cy="6857143"/>
          </a:xfrm>
          <a:prstGeom prst="rect">
            <a:avLst/>
          </a:prstGeom>
        </p:spPr>
      </p:pic>
      <p:sp>
        <p:nvSpPr>
          <p:cNvPr id="3" name="Title">
            <a:extLst>
              <a:ext uri="{FF2B5EF4-FFF2-40B4-BE49-F238E27FC236}">
                <a16:creationId xmlns:a16="http://schemas.microsoft.com/office/drawing/2014/main" id="{E588B75F-B996-4586-B62B-613544F213D4}"/>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2020</a:t>
            </a:r>
          </a:p>
        </p:txBody>
      </p:sp>
      <p:sp>
        <p:nvSpPr>
          <p:cNvPr id="18" name="Page">
            <a:extLst>
              <a:ext uri="{FF2B5EF4-FFF2-40B4-BE49-F238E27FC236}">
                <a16:creationId xmlns:a16="http://schemas.microsoft.com/office/drawing/2014/main" id="{0A81FD87-E05D-463F-95C1-4A49C99D181A}"/>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0" name="Date">
            <a:extLst>
              <a:ext uri="{FF2B5EF4-FFF2-40B4-BE49-F238E27FC236}">
                <a16:creationId xmlns:a16="http://schemas.microsoft.com/office/drawing/2014/main" id="{F4621446-925E-4A5C-BB97-799E6B8386D9}"/>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YYYY-MM-DD</a:t>
            </a:r>
          </a:p>
        </p:txBody>
      </p:sp>
    </p:spTree>
    <p:extLst>
      <p:ext uri="{BB962C8B-B14F-4D97-AF65-F5344CB8AC3E}">
        <p14:creationId xmlns:p14="http://schemas.microsoft.com/office/powerpoint/2010/main" val="3752771413"/>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Full bleed color area 1 (with logo)">
    <p:bg>
      <p:bgRef idx="1001">
        <a:schemeClr val="bg1"/>
      </p:bgRef>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AC9B5110-BC98-411C-9BCB-2AFF35E6D9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428"/>
            <a:ext cx="12191999" cy="6857143"/>
          </a:xfrm>
          <a:prstGeom prst="rect">
            <a:avLst/>
          </a:prstGeom>
        </p:spPr>
      </p:pic>
      <p:sp>
        <p:nvSpPr>
          <p:cNvPr id="3" name="Title">
            <a:extLst>
              <a:ext uri="{FF2B5EF4-FFF2-40B4-BE49-F238E27FC236}">
                <a16:creationId xmlns:a16="http://schemas.microsoft.com/office/drawing/2014/main" id="{E588B75F-B996-4586-B62B-613544F213D4}"/>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2020</a:t>
            </a:r>
          </a:p>
        </p:txBody>
      </p:sp>
      <p:sp>
        <p:nvSpPr>
          <p:cNvPr id="18" name="Page">
            <a:extLst>
              <a:ext uri="{FF2B5EF4-FFF2-40B4-BE49-F238E27FC236}">
                <a16:creationId xmlns:a16="http://schemas.microsoft.com/office/drawing/2014/main" id="{0A81FD87-E05D-463F-95C1-4A49C99D181A}"/>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0" name="Date">
            <a:extLst>
              <a:ext uri="{FF2B5EF4-FFF2-40B4-BE49-F238E27FC236}">
                <a16:creationId xmlns:a16="http://schemas.microsoft.com/office/drawing/2014/main" id="{F4621446-925E-4A5C-BB97-799E6B8386D9}"/>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YYYY-MM-DD</a:t>
            </a:r>
          </a:p>
        </p:txBody>
      </p:sp>
      <p:pic>
        <p:nvPicPr>
          <p:cNvPr id="8" name="Logo">
            <a:extLst>
              <a:ext uri="{FF2B5EF4-FFF2-40B4-BE49-F238E27FC236}">
                <a16:creationId xmlns:a16="http://schemas.microsoft.com/office/drawing/2014/main" id="{DE1CCC5F-D082-4285-B0D2-D44B0385F457}"/>
              </a:ext>
            </a:extLst>
          </p:cNvPr>
          <p:cNvPicPr>
            <a:picLocks noChangeAspect="1"/>
          </p:cNvPicPr>
          <p:nvPr/>
        </p:nvPicPr>
        <p:blipFill>
          <a:blip r:embed="rId3"/>
          <a:srcRect/>
          <a:stretch/>
        </p:blipFill>
        <p:spPr bwMode="black">
          <a:xfrm>
            <a:off x="10274163" y="468926"/>
            <a:ext cx="1440000" cy="496808"/>
          </a:xfrm>
          <a:prstGeom prst="rect">
            <a:avLst/>
          </a:prstGeom>
        </p:spPr>
      </p:pic>
      <p:sp>
        <p:nvSpPr>
          <p:cNvPr id="9" name="License statement">
            <a:extLst>
              <a:ext uri="{FF2B5EF4-FFF2-40B4-BE49-F238E27FC236}">
                <a16:creationId xmlns:a16="http://schemas.microsoft.com/office/drawing/2014/main" id="{F7180AC6-B789-4E8E-A386-018ABF4ECC8C}"/>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spTree>
    <p:extLst>
      <p:ext uri="{BB962C8B-B14F-4D97-AF65-F5344CB8AC3E}">
        <p14:creationId xmlns:p14="http://schemas.microsoft.com/office/powerpoint/2010/main" val="294974959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Full bleed color area 2">
    <p:bg>
      <p:bgRef idx="1001">
        <a:schemeClr val="bg1"/>
      </p:bgRef>
    </p:bg>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3B8F676D-0405-45AE-9B8F-716387B4760E}"/>
              </a:ext>
            </a:extLst>
          </p:cNvPr>
          <p:cNvSpPr/>
          <p:nvPr/>
        </p:nvSpPr>
        <p:spPr bwMode="invGray">
          <a:xfrm>
            <a:off x="-2"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Title">
            <a:extLst>
              <a:ext uri="{FF2B5EF4-FFF2-40B4-BE49-F238E27FC236}">
                <a16:creationId xmlns:a16="http://schemas.microsoft.com/office/drawing/2014/main" id="{7E256BF8-2AEF-4ECB-8D5E-2926EB050896}"/>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7" name="Author | Department">
            <a:extLst>
              <a:ext uri="{FF2B5EF4-FFF2-40B4-BE49-F238E27FC236}">
                <a16:creationId xmlns:a16="http://schemas.microsoft.com/office/drawing/2014/main" id="{CA3F32E1-BC1C-475E-99E6-0E8AF47DA2D2}"/>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Author | Department</a:t>
            </a:r>
          </a:p>
        </p:txBody>
      </p:sp>
      <p:sp>
        <p:nvSpPr>
          <p:cNvPr id="18" name="Copyright">
            <a:extLst>
              <a:ext uri="{FF2B5EF4-FFF2-40B4-BE49-F238E27FC236}">
                <a16:creationId xmlns:a16="http://schemas.microsoft.com/office/drawing/2014/main" id="{39F2375B-D22F-4C21-B117-6F14EB872B3A}"/>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2020</a:t>
            </a:r>
          </a:p>
        </p:txBody>
      </p:sp>
      <p:sp>
        <p:nvSpPr>
          <p:cNvPr id="19" name="Page">
            <a:extLst>
              <a:ext uri="{FF2B5EF4-FFF2-40B4-BE49-F238E27FC236}">
                <a16:creationId xmlns:a16="http://schemas.microsoft.com/office/drawing/2014/main" id="{DCCDEAC1-13C2-4322-816D-0489681B6D17}"/>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0" name="Date">
            <a:extLst>
              <a:ext uri="{FF2B5EF4-FFF2-40B4-BE49-F238E27FC236}">
                <a16:creationId xmlns:a16="http://schemas.microsoft.com/office/drawing/2014/main" id="{276739E7-354E-4450-8E41-F018556F4A44}"/>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solidFill>
                  <a:schemeClr val="tx1"/>
                </a:solidFill>
              </a:rPr>
              <a:t>YYYY-MM-DD</a:t>
            </a:r>
          </a:p>
        </p:txBody>
      </p:sp>
    </p:spTree>
    <p:extLst>
      <p:ext uri="{BB962C8B-B14F-4D97-AF65-F5344CB8AC3E}">
        <p14:creationId xmlns:p14="http://schemas.microsoft.com/office/powerpoint/2010/main" val="3289511178"/>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Partly bleed color area 1">
    <p:bg>
      <p:bgRef idx="1001">
        <a:schemeClr val="bg1"/>
      </p:bgRef>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1B67C6AD-42CF-4549-839D-23FD1107A8C4}"/>
              </a:ext>
            </a:extLst>
          </p:cNvPr>
          <p:cNvPicPr>
            <a:picLocks noChangeAspect="1"/>
          </p:cNvPicPr>
          <p:nvPr/>
        </p:nvPicPr>
        <p:blipFill rotWithShape="1">
          <a:blip r:embed="rId2">
            <a:extLst>
              <a:ext uri="{28A0092B-C50C-407E-A947-70E740481C1C}">
                <a14:useLocalDpi xmlns:a14="http://schemas.microsoft.com/office/drawing/2010/main" val="0"/>
              </a:ext>
            </a:extLst>
          </a:blip>
          <a:srcRect l="51197" t="-4" r="1" b="-1"/>
          <a:stretch/>
        </p:blipFill>
        <p:spPr bwMode="invGray">
          <a:xfrm>
            <a:off x="6242050" y="0"/>
            <a:ext cx="5949950" cy="6857571"/>
          </a:xfrm>
          <a:prstGeom prst="rect">
            <a:avLst/>
          </a:prstGeom>
        </p:spPr>
      </p:pic>
      <p:sp>
        <p:nvSpPr>
          <p:cNvPr id="3" name="Title">
            <a:extLst>
              <a:ext uri="{FF2B5EF4-FFF2-40B4-BE49-F238E27FC236}">
                <a16:creationId xmlns:a16="http://schemas.microsoft.com/office/drawing/2014/main" id="{69754322-9D76-4652-BA00-A16E0E8BC474}"/>
              </a:ext>
            </a:extLst>
          </p:cNvPr>
          <p:cNvSpPr>
            <a:spLocks noGrp="1"/>
          </p:cNvSpPr>
          <p:nvPr>
            <p:ph type="title"/>
          </p:nvPr>
        </p:nvSpPr>
        <p:spPr>
          <a:xfrm>
            <a:off x="1" y="1"/>
            <a:ext cx="6098400" cy="1414462"/>
          </a:xfrm>
        </p:spPr>
        <p:txBody>
          <a:bodyPr/>
          <a:lstStyle/>
          <a:p>
            <a:r>
              <a:rPr lang="en-US"/>
              <a:t>Click to edit Master title style</a:t>
            </a:r>
            <a:endParaRPr lang="en-US" dirty="0"/>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063" y="1702800"/>
            <a:ext cx="5468935" cy="4464050"/>
          </a:xfrm>
        </p:spPr>
        <p:txBody>
          <a:bodyPr lIns="0"/>
          <a:lstStyle>
            <a:lvl1pP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6868800" y="1702800"/>
            <a:ext cx="4845363" cy="4464050"/>
          </a:xfrm>
        </p:spPr>
        <p:txBody>
          <a:bodyPr lIns="0"/>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bg1"/>
                </a:solidFill>
              </a:rPr>
              <a:t>Yimin Hu</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bg1"/>
                </a:solidFill>
              </a:rPr>
              <a:t>Restricted © Siemens Energy, 2026</a:t>
            </a:r>
          </a:p>
        </p:txBody>
      </p:sp>
      <p:sp>
        <p:nvSpPr>
          <p:cNvPr id="18" name="Page">
            <a:extLst>
              <a:ext uri="{FF2B5EF4-FFF2-40B4-BE49-F238E27FC236}">
                <a16:creationId xmlns:a16="http://schemas.microsoft.com/office/drawing/2014/main" id="{0A81FD87-E05D-463F-95C1-4A49C99D181A}"/>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bg1"/>
                </a:solidFill>
              </a:rPr>
              <a:t>‹#›</a:t>
            </a:fld>
            <a:endParaRPr lang="en-US" sz="1000" b="1" noProof="0" dirty="0">
              <a:solidFill>
                <a:schemeClr val="bg1"/>
              </a:solidFill>
            </a:endParaRPr>
          </a:p>
        </p:txBody>
      </p:sp>
      <p:sp>
        <p:nvSpPr>
          <p:cNvPr id="19" name="Date">
            <a:extLst>
              <a:ext uri="{FF2B5EF4-FFF2-40B4-BE49-F238E27FC236}">
                <a16:creationId xmlns:a16="http://schemas.microsoft.com/office/drawing/2014/main" id="{21CEE93F-0590-461F-A26C-B76B7B67C05B}"/>
              </a:ext>
            </a:extLst>
          </p:cNvPr>
          <p:cNvSpPr txBox="1"/>
          <p:nvPr/>
        </p:nvSpPr>
        <p:spPr>
          <a:xfrm>
            <a:off x="-1" y="6526800"/>
            <a:ext cx="1692000" cy="331200"/>
          </a:xfrm>
          <a:prstGeom prst="rect">
            <a:avLst/>
          </a:prstGeom>
          <a:noFill/>
        </p:spPr>
        <p:txBody>
          <a:bodyPr wrap="square" lIns="626400" tIns="0" rIns="0" bIns="36000" rtlCol="0" anchor="t">
            <a:noAutofit/>
          </a:bodyPr>
          <a:lstStyle/>
          <a:p>
            <a:pPr algn="l"/>
            <a:r>
              <a:rPr lang="en-US" sz="1000" b="0" noProof="0" dirty="0">
                <a:solidFill>
                  <a:schemeClr val="tx1"/>
                </a:solidFill>
              </a:rPr>
              <a:t>09.2026</a:t>
            </a:r>
          </a:p>
        </p:txBody>
      </p:sp>
    </p:spTree>
    <p:extLst>
      <p:ext uri="{BB962C8B-B14F-4D97-AF65-F5344CB8AC3E}">
        <p14:creationId xmlns:p14="http://schemas.microsoft.com/office/powerpoint/2010/main" val="41295773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326">
          <p15:clr>
            <a:srgbClr val="009999"/>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Partly bleed color area 2">
    <p:bg>
      <p:bgPr>
        <a:solidFill>
          <a:schemeClr val="tx1"/>
        </a:solidFill>
        <a:effectLst/>
      </p:bgPr>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DCAA5B86-D6D2-48E1-A718-F4740661587C}"/>
              </a:ext>
            </a:extLst>
          </p:cNvPr>
          <p:cNvSpPr/>
          <p:nvPr/>
        </p:nvSpPr>
        <p:spPr bwMode="invGray">
          <a:xfrm>
            <a:off x="-2" y="1"/>
            <a:ext cx="6099177" cy="6857998"/>
          </a:xfrm>
          <a:prstGeom prst="rect">
            <a:avLst/>
          </a:prstGeom>
          <a:gradFill flip="none" rotWithShape="1">
            <a:gsLst>
              <a:gs pos="0">
                <a:schemeClr val="accent2"/>
              </a:gs>
              <a:gs pos="70000">
                <a:schemeClr val="bg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sp>
        <p:nvSpPr>
          <p:cNvPr id="3" name="Title">
            <a:extLst>
              <a:ext uri="{FF2B5EF4-FFF2-40B4-BE49-F238E27FC236}">
                <a16:creationId xmlns:a16="http://schemas.microsoft.com/office/drawing/2014/main" id="{4F3C362A-A909-40CB-9FA2-3D71780075E2}"/>
              </a:ext>
            </a:extLst>
          </p:cNvPr>
          <p:cNvSpPr>
            <a:spLocks noGrp="1"/>
          </p:cNvSpPr>
          <p:nvPr>
            <p:ph type="title"/>
          </p:nvPr>
        </p:nvSpPr>
        <p:spPr>
          <a:xfrm>
            <a:off x="1" y="1"/>
            <a:ext cx="6098400" cy="1414462"/>
          </a:xfrm>
        </p:spPr>
        <p:txBody>
          <a:bodyPr/>
          <a:lstStyle>
            <a:lvl1pPr>
              <a:defRPr>
                <a:solidFill>
                  <a:schemeClr val="tx1"/>
                </a:solidFill>
              </a:defRPr>
            </a:lvl1pPr>
          </a:lstStyle>
          <a:p>
            <a:r>
              <a:rPr lang="en-US"/>
              <a:t>Click to edit Master title style</a:t>
            </a:r>
            <a:endParaRPr lang="en-US" dirty="0"/>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063" y="1702800"/>
            <a:ext cx="4838400" cy="4464050"/>
          </a:xfrm>
        </p:spPr>
        <p:txBody>
          <a:bodyPr lIns="0"/>
          <a:lstStyle>
            <a:lvl1pPr>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6724799" y="1702800"/>
            <a:ext cx="4989364" cy="4464050"/>
          </a:xfrm>
        </p:spPr>
        <p:txBody>
          <a:bodyPr lIns="0"/>
          <a:lstStyle>
            <a:lvl1pPr>
              <a:defRPr>
                <a:solidFill>
                  <a:schemeClr val="bg2"/>
                </a:solidFill>
              </a:defRPr>
            </a:lvl1pPr>
            <a:lvl2pPr>
              <a:buClr>
                <a:schemeClr val="accent2"/>
              </a:buClr>
              <a:defRPr>
                <a:solidFill>
                  <a:schemeClr val="bg2"/>
                </a:solidFill>
              </a:defRPr>
            </a:lvl2pPr>
            <a:lvl3pPr>
              <a:buClr>
                <a:schemeClr val="accent2"/>
              </a:buClr>
              <a:defRPr>
                <a:solidFill>
                  <a:schemeClr val="bg2"/>
                </a:solidFill>
              </a:defRPr>
            </a:lvl3pPr>
            <a:lvl4pPr>
              <a:buClr>
                <a:schemeClr val="accent2"/>
              </a:buClr>
              <a:defRPr>
                <a:solidFill>
                  <a:schemeClr val="bg2"/>
                </a:solidFill>
              </a:defRPr>
            </a:lvl4pPr>
            <a:lvl5pPr>
              <a:buClr>
                <a:schemeClr val="accent2"/>
              </a:buClr>
              <a:defRPr>
                <a:solidFill>
                  <a:schemeClr val="bg2"/>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bg2"/>
                </a:solidFill>
              </a:rPr>
              <a:t>Yimin Hu</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bg2"/>
                </a:solidFill>
              </a:rPr>
              <a:t>Restricted © Siemens Energy, 2026</a:t>
            </a:r>
          </a:p>
        </p:txBody>
      </p:sp>
      <p:sp>
        <p:nvSpPr>
          <p:cNvPr id="18" name="Page">
            <a:extLst>
              <a:ext uri="{FF2B5EF4-FFF2-40B4-BE49-F238E27FC236}">
                <a16:creationId xmlns:a16="http://schemas.microsoft.com/office/drawing/2014/main" id="{0A81FD87-E05D-463F-95C1-4A49C99D181A}"/>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bg2"/>
                </a:solidFill>
              </a:rPr>
              <a:t>‹#›</a:t>
            </a:fld>
            <a:endParaRPr lang="en-US" sz="1000" b="1" noProof="0" dirty="0">
              <a:solidFill>
                <a:schemeClr val="bg2"/>
              </a:solidFill>
            </a:endParaRPr>
          </a:p>
        </p:txBody>
      </p:sp>
      <p:sp>
        <p:nvSpPr>
          <p:cNvPr id="19" name="Date">
            <a:extLst>
              <a:ext uri="{FF2B5EF4-FFF2-40B4-BE49-F238E27FC236}">
                <a16:creationId xmlns:a16="http://schemas.microsoft.com/office/drawing/2014/main" id="{21CEE93F-0590-461F-A26C-B76B7B67C05B}"/>
              </a:ext>
            </a:extLst>
          </p:cNvPr>
          <p:cNvSpPr txBox="1"/>
          <p:nvPr/>
        </p:nvSpPr>
        <p:spPr>
          <a:xfrm>
            <a:off x="-1" y="6526800"/>
            <a:ext cx="1692000" cy="331200"/>
          </a:xfrm>
          <a:prstGeom prst="rect">
            <a:avLst/>
          </a:prstGeom>
          <a:noFill/>
        </p:spPr>
        <p:txBody>
          <a:bodyPr wrap="square" lIns="626400" tIns="0" rIns="0" bIns="36000" rtlCol="0" anchor="t">
            <a:noAutofit/>
          </a:bodyPr>
          <a:lstStyle/>
          <a:p>
            <a:pPr algn="l"/>
            <a:r>
              <a:rPr lang="en-US" sz="1000" b="0" noProof="0" dirty="0">
                <a:solidFill>
                  <a:schemeClr val="tx1"/>
                </a:solidFill>
              </a:rPr>
              <a:t>09.2026</a:t>
            </a:r>
          </a:p>
        </p:txBody>
      </p:sp>
    </p:spTree>
    <p:extLst>
      <p:ext uri="{BB962C8B-B14F-4D97-AF65-F5344CB8AC3E}">
        <p14:creationId xmlns:p14="http://schemas.microsoft.com/office/powerpoint/2010/main" val="9142196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235">
          <p15:clr>
            <a:srgbClr val="009999"/>
          </p15:clr>
        </p15:guide>
        <p15:guide id="4" pos="3445">
          <p15:clr>
            <a:srgbClr val="009999"/>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Partly bleed color area 3">
    <p:bg>
      <p:bgPr>
        <a:solidFill>
          <a:schemeClr val="tx1"/>
        </a:solidFill>
        <a:effectLst/>
      </p:bgPr>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1B67C6AD-42CF-4549-839D-23FD1107A8C4}"/>
              </a:ext>
            </a:extLst>
          </p:cNvPr>
          <p:cNvPicPr>
            <a:picLocks noChangeAspect="1"/>
          </p:cNvPicPr>
          <p:nvPr/>
        </p:nvPicPr>
        <p:blipFill rotWithShape="1">
          <a:blip r:embed="rId2">
            <a:extLst>
              <a:ext uri="{28A0092B-C50C-407E-A947-70E740481C1C}">
                <a14:useLocalDpi xmlns:a14="http://schemas.microsoft.com/office/drawing/2010/main" val="0"/>
              </a:ext>
            </a:extLst>
          </a:blip>
          <a:srcRect l="34049" t="-4" r="1" b="-1"/>
          <a:stretch/>
        </p:blipFill>
        <p:spPr bwMode="invGray">
          <a:xfrm>
            <a:off x="4225925" y="0"/>
            <a:ext cx="7966075" cy="6857571"/>
          </a:xfrm>
          <a:prstGeom prst="rect">
            <a:avLst/>
          </a:prstGeom>
        </p:spPr>
      </p:pic>
      <p:sp>
        <p:nvSpPr>
          <p:cNvPr id="2" name="Title">
            <a:extLst>
              <a:ext uri="{FF2B5EF4-FFF2-40B4-BE49-F238E27FC236}">
                <a16:creationId xmlns:a16="http://schemas.microsoft.com/office/drawing/2014/main" id="{1DA0C482-E794-471B-86E8-8B4BC6FE0B55}"/>
              </a:ext>
            </a:extLst>
          </p:cNvPr>
          <p:cNvSpPr>
            <a:spLocks noGrp="1"/>
          </p:cNvSpPr>
          <p:nvPr>
            <p:ph type="title"/>
          </p:nvPr>
        </p:nvSpPr>
        <p:spPr>
          <a:xfrm>
            <a:off x="4225925" y="1"/>
            <a:ext cx="7488238" cy="1414462"/>
          </a:xfrm>
        </p:spPr>
        <p:txBody>
          <a:bodyPr/>
          <a:lstStyle>
            <a:lvl1pPr>
              <a:defRPr>
                <a:solidFill>
                  <a:schemeClr val="tx1"/>
                </a:solidFill>
              </a:defRPr>
            </a:lvl1pPr>
          </a:lstStyle>
          <a:p>
            <a:r>
              <a:rPr lang="en-US"/>
              <a:t>Click to edit Master title style</a:t>
            </a:r>
            <a:endParaRPr lang="en-US" dirty="0"/>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063" y="1702800"/>
            <a:ext cx="3312000" cy="4464050"/>
          </a:xfrm>
        </p:spPr>
        <p:txBody>
          <a:bodyPr lIns="0"/>
          <a:lstStyle>
            <a:lvl1pP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4852988" y="1702800"/>
            <a:ext cx="6861175" cy="4464050"/>
          </a:xfrm>
        </p:spPr>
        <p:txBody>
          <a:bodyPr lIns="0"/>
          <a:lstStyle>
            <a:lvl1pPr>
              <a:defRPr/>
            </a:lvl1pPr>
            <a:lvl2pPr>
              <a:buClrTx/>
              <a:defRPr/>
            </a:lvl2pPr>
            <a:lvl3pPr>
              <a:buClrTx/>
              <a:defRPr/>
            </a:lvl3pPr>
            <a:lvl4pPr>
              <a:buClrTx/>
              <a:defRPr/>
            </a:lvl4pPr>
            <a:lvl5pPr>
              <a:buClrTx/>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18" name="Page">
            <a:extLst>
              <a:ext uri="{FF2B5EF4-FFF2-40B4-BE49-F238E27FC236}">
                <a16:creationId xmlns:a16="http://schemas.microsoft.com/office/drawing/2014/main" id="{0A81FD87-E05D-463F-95C1-4A49C99D181A}"/>
              </a:ext>
            </a:extLst>
          </p:cNvPr>
          <p:cNvSpPr txBox="1"/>
          <p:nvPr/>
        </p:nvSpPr>
        <p:spPr>
          <a:xfrm>
            <a:off x="11292000" y="6166800"/>
            <a:ext cx="900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9" name="Date">
            <a:extLst>
              <a:ext uri="{FF2B5EF4-FFF2-40B4-BE49-F238E27FC236}">
                <a16:creationId xmlns:a16="http://schemas.microsoft.com/office/drawing/2014/main" id="{21CEE93F-0590-461F-A26C-B76B7B67C05B}"/>
              </a:ext>
            </a:extLst>
          </p:cNvPr>
          <p:cNvSpPr txBox="1"/>
          <p:nvPr/>
        </p:nvSpPr>
        <p:spPr>
          <a:xfrm>
            <a:off x="-1" y="6526800"/>
            <a:ext cx="1692000" cy="331200"/>
          </a:xfrm>
          <a:prstGeom prst="rect">
            <a:avLst/>
          </a:prstGeom>
          <a:noFill/>
        </p:spPr>
        <p:txBody>
          <a:bodyPr wrap="square" lIns="626400" tIns="0" rIns="0" bIns="36000" rtlCol="0" anchor="t">
            <a:noAutofit/>
          </a:bodyPr>
          <a:lstStyle/>
          <a:p>
            <a:pPr algn="l"/>
            <a:r>
              <a:rPr lang="en-US" sz="1000" b="0" noProof="0" dirty="0">
                <a:solidFill>
                  <a:schemeClr val="bg1"/>
                </a:solidFill>
              </a:rPr>
              <a:t>09.2026</a:t>
            </a:r>
          </a:p>
        </p:txBody>
      </p:sp>
    </p:spTree>
    <p:extLst>
      <p:ext uri="{BB962C8B-B14F-4D97-AF65-F5344CB8AC3E}">
        <p14:creationId xmlns:p14="http://schemas.microsoft.com/office/powerpoint/2010/main" val="42331667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2482">
          <p15:clr>
            <a:srgbClr val="009999"/>
          </p15:clr>
        </p15:guide>
        <p15:guide id="3" pos="3057">
          <p15:clr>
            <a:srgbClr val="009999"/>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Partly bleed color area 4">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DCAA5B86-D6D2-48E1-A718-F4740661587C}"/>
              </a:ext>
            </a:extLst>
          </p:cNvPr>
          <p:cNvSpPr/>
          <p:nvPr/>
        </p:nvSpPr>
        <p:spPr bwMode="invGray">
          <a:xfrm>
            <a:off x="-1" y="1"/>
            <a:ext cx="4225926" cy="6857998"/>
          </a:xfrm>
          <a:prstGeom prst="rect">
            <a:avLst/>
          </a:prstGeom>
          <a:gradFill flip="none" rotWithShape="1">
            <a:gsLst>
              <a:gs pos="0">
                <a:schemeClr val="accent2"/>
              </a:gs>
              <a:gs pos="70000">
                <a:schemeClr val="tx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sp>
        <p:nvSpPr>
          <p:cNvPr id="2" name="Title">
            <a:extLst>
              <a:ext uri="{FF2B5EF4-FFF2-40B4-BE49-F238E27FC236}">
                <a16:creationId xmlns:a16="http://schemas.microsoft.com/office/drawing/2014/main" id="{A506C2C1-E8E5-4190-B0E4-8D8FC817B35E}"/>
              </a:ext>
            </a:extLst>
          </p:cNvPr>
          <p:cNvSpPr>
            <a:spLocks noGrp="1"/>
          </p:cNvSpPr>
          <p:nvPr>
            <p:ph type="title"/>
          </p:nvPr>
        </p:nvSpPr>
        <p:spPr>
          <a:xfrm>
            <a:off x="4225925" y="1"/>
            <a:ext cx="7488238" cy="1414462"/>
          </a:xfrm>
        </p:spPr>
        <p:txBody>
          <a:bodyPr/>
          <a:lstStyle/>
          <a:p>
            <a:r>
              <a:rPr lang="en-US"/>
              <a:t>Click to edit Master title style</a:t>
            </a:r>
            <a:endParaRPr lang="en-US" dirty="0"/>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063" y="1702800"/>
            <a:ext cx="3312000" cy="4464050"/>
          </a:xfrm>
        </p:spPr>
        <p:txBody>
          <a:bodyPr lIns="0"/>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4852990" y="1702800"/>
            <a:ext cx="6861174" cy="4464050"/>
          </a:xfrm>
        </p:spPr>
        <p:txBody>
          <a:bodyPr lIns="0"/>
          <a:lstStyle>
            <a:lvl1pP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18" name="Page">
            <a:extLst>
              <a:ext uri="{FF2B5EF4-FFF2-40B4-BE49-F238E27FC236}">
                <a16:creationId xmlns:a16="http://schemas.microsoft.com/office/drawing/2014/main" id="{0A81FD87-E05D-463F-95C1-4A49C99D181A}"/>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9" name="Date">
            <a:extLst>
              <a:ext uri="{FF2B5EF4-FFF2-40B4-BE49-F238E27FC236}">
                <a16:creationId xmlns:a16="http://schemas.microsoft.com/office/drawing/2014/main" id="{21CEE93F-0590-461F-A26C-B76B7B67C05B}"/>
              </a:ext>
            </a:extLst>
          </p:cNvPr>
          <p:cNvSpPr txBox="1"/>
          <p:nvPr/>
        </p:nvSpPr>
        <p:spPr>
          <a:xfrm>
            <a:off x="-1" y="6526800"/>
            <a:ext cx="1692000" cy="331200"/>
          </a:xfrm>
          <a:prstGeom prst="rect">
            <a:avLst/>
          </a:prstGeom>
          <a:noFill/>
        </p:spPr>
        <p:txBody>
          <a:bodyPr wrap="square" lIns="626400" tIns="0" rIns="0" bIns="36000" rtlCol="0" anchor="t">
            <a:noAutofit/>
          </a:bodyPr>
          <a:lstStyle/>
          <a:p>
            <a:pPr algn="l"/>
            <a:r>
              <a:rPr lang="en-US" sz="1000" b="0" noProof="0" dirty="0">
                <a:solidFill>
                  <a:schemeClr val="bg1"/>
                </a:solidFill>
              </a:rPr>
              <a:t>09.2026</a:t>
            </a:r>
          </a:p>
        </p:txBody>
      </p:sp>
    </p:spTree>
    <p:extLst>
      <p:ext uri="{BB962C8B-B14F-4D97-AF65-F5344CB8AC3E}">
        <p14:creationId xmlns:p14="http://schemas.microsoft.com/office/powerpoint/2010/main" val="36859417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481">
          <p15:clr>
            <a:srgbClr val="009999"/>
          </p15:clr>
        </p15:guide>
        <p15:guide id="3" pos="3058">
          <p15:clr>
            <a:srgbClr val="009999"/>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Partly bleed color area 5">
    <p:bg>
      <p:bgPr>
        <a:solidFill>
          <a:schemeClr val="tx1"/>
        </a:solidFill>
        <a:effectLst/>
      </p:bgPr>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1B67C6AD-42CF-4549-839D-23FD1107A8C4}"/>
              </a:ext>
            </a:extLst>
          </p:cNvPr>
          <p:cNvPicPr>
            <a:picLocks noChangeAspect="1"/>
          </p:cNvPicPr>
          <p:nvPr/>
        </p:nvPicPr>
        <p:blipFill rotWithShape="1">
          <a:blip r:embed="rId2">
            <a:extLst>
              <a:ext uri="{28A0092B-C50C-407E-A947-70E740481C1C}">
                <a14:useLocalDpi xmlns:a14="http://schemas.microsoft.com/office/drawing/2010/main" val="0"/>
              </a:ext>
            </a:extLst>
          </a:blip>
          <a:srcRect t="19256"/>
          <a:stretch/>
        </p:blipFill>
        <p:spPr bwMode="invGray">
          <a:xfrm>
            <a:off x="0" y="1414463"/>
            <a:ext cx="12191999" cy="5443108"/>
          </a:xfrm>
          <a:prstGeom prst="rect">
            <a:avLst/>
          </a:prstGeom>
        </p:spPr>
      </p:pic>
      <p:sp>
        <p:nvSpPr>
          <p:cNvPr id="2" name="Title">
            <a:extLst>
              <a:ext uri="{FF2B5EF4-FFF2-40B4-BE49-F238E27FC236}">
                <a16:creationId xmlns:a16="http://schemas.microsoft.com/office/drawing/2014/main" id="{0110D7BC-E7EC-4502-9248-89CD9CF4CB4C}"/>
              </a:ext>
            </a:extLst>
          </p:cNvPr>
          <p:cNvSpPr>
            <a:spLocks noGrp="1"/>
          </p:cNvSpPr>
          <p:nvPr>
            <p:ph type="title"/>
          </p:nvPr>
        </p:nvSpPr>
        <p:spPr/>
        <p:txBody>
          <a:bodyPr/>
          <a:lstStyle/>
          <a:p>
            <a:r>
              <a:rPr lang="en-US"/>
              <a:t>Click to edit Master title style</a:t>
            </a:r>
            <a:endParaRPr lang="en-US" dirty="0"/>
          </a:p>
        </p:txBody>
      </p:sp>
      <p:sp>
        <p:nvSpPr>
          <p:cNvPr id="5" name="Copy 1">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627060" y="1702800"/>
            <a:ext cx="3600000" cy="4464050"/>
          </a:xfrm>
        </p:spPr>
        <p:txBody>
          <a:bodyPr/>
          <a:lstStyle>
            <a:lvl1pPr>
              <a:defRPr/>
            </a:lvl1pPr>
            <a:lvl2pPr>
              <a:buClrTx/>
              <a:defRPr/>
            </a:lvl2pPr>
            <a:lvl3pPr>
              <a:buClrTx/>
              <a:defRPr/>
            </a:lvl3pPr>
            <a:lvl4pPr>
              <a:buClrTx/>
              <a:defRPr/>
            </a:lvl4pPr>
            <a:lvl5pPr>
              <a:buClrTx/>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py 2">
            <a:extLst>
              <a:ext uri="{FF2B5EF4-FFF2-40B4-BE49-F238E27FC236}">
                <a16:creationId xmlns:a16="http://schemas.microsoft.com/office/drawing/2014/main" id="{99496BBF-8C93-419A-9711-E1A45A39C74F}"/>
              </a:ext>
            </a:extLst>
          </p:cNvPr>
          <p:cNvSpPr>
            <a:spLocks noGrp="1"/>
          </p:cNvSpPr>
          <p:nvPr>
            <p:ph sz="quarter" idx="11" hasCustomPrompt="1"/>
          </p:nvPr>
        </p:nvSpPr>
        <p:spPr>
          <a:xfrm>
            <a:off x="4370612" y="1702800"/>
            <a:ext cx="3600000" cy="4464050"/>
          </a:xfrm>
        </p:spPr>
        <p:txBody>
          <a:bodyPr/>
          <a:lstStyle>
            <a:lvl1pPr>
              <a:defRPr/>
            </a:lvl1pPr>
            <a:lvl2pPr>
              <a:buClrTx/>
              <a:defRPr/>
            </a:lvl2pPr>
            <a:lvl3pPr>
              <a:buClrTx/>
              <a:defRPr/>
            </a:lvl3pPr>
            <a:lvl4pPr>
              <a:buClrTx/>
              <a:defRPr/>
            </a:lvl4pPr>
            <a:lvl5pPr>
              <a:buClrTx/>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Copy 3">
            <a:extLst>
              <a:ext uri="{FF2B5EF4-FFF2-40B4-BE49-F238E27FC236}">
                <a16:creationId xmlns:a16="http://schemas.microsoft.com/office/drawing/2014/main" id="{F4602EF6-A996-4008-A6E7-BC21522010A5}"/>
              </a:ext>
            </a:extLst>
          </p:cNvPr>
          <p:cNvSpPr>
            <a:spLocks noGrp="1"/>
          </p:cNvSpPr>
          <p:nvPr>
            <p:ph sz="quarter" idx="12" hasCustomPrompt="1"/>
          </p:nvPr>
        </p:nvSpPr>
        <p:spPr>
          <a:xfrm>
            <a:off x="8114163" y="1702800"/>
            <a:ext cx="3600000" cy="4464050"/>
          </a:xfrm>
        </p:spPr>
        <p:txBody>
          <a:bodyPr/>
          <a:lstStyle>
            <a:lvl1pPr>
              <a:defRPr/>
            </a:lvl1pPr>
            <a:lvl2pPr>
              <a:buClrTx/>
              <a:defRPr/>
            </a:lvl2pPr>
            <a:lvl3pPr>
              <a:buClrTx/>
              <a:defRPr/>
            </a:lvl3pPr>
            <a:lvl4pPr>
              <a:buClrTx/>
              <a:defRPr/>
            </a:lvl4pPr>
            <a:lvl5pPr>
              <a:buClrTx/>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Author | Department">
            <a:extLst>
              <a:ext uri="{FF2B5EF4-FFF2-40B4-BE49-F238E27FC236}">
                <a16:creationId xmlns:a16="http://schemas.microsoft.com/office/drawing/2014/main" id="{AF33B1C0-2E11-42BC-A97B-DF29BD3B97B8}"/>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solidFill>
                  <a:schemeClr val="tx1"/>
                </a:solidFill>
              </a:rPr>
              <a:t>Yimin Hu</a:t>
            </a:r>
          </a:p>
        </p:txBody>
      </p:sp>
      <p:sp>
        <p:nvSpPr>
          <p:cNvPr id="17" name="Copyright">
            <a:extLst>
              <a:ext uri="{FF2B5EF4-FFF2-40B4-BE49-F238E27FC236}">
                <a16:creationId xmlns:a16="http://schemas.microsoft.com/office/drawing/2014/main" id="{C6BE5120-1513-4265-A6B3-3B42254A34FF}"/>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solidFill>
                  <a:schemeClr val="tx1"/>
                </a:solidFill>
              </a:rPr>
              <a:t>Restricted © Siemens Energy, 2026</a:t>
            </a:r>
          </a:p>
        </p:txBody>
      </p:sp>
      <p:sp>
        <p:nvSpPr>
          <p:cNvPr id="18" name="Page">
            <a:extLst>
              <a:ext uri="{FF2B5EF4-FFF2-40B4-BE49-F238E27FC236}">
                <a16:creationId xmlns:a16="http://schemas.microsoft.com/office/drawing/2014/main" id="{0A81FD87-E05D-463F-95C1-4A49C99D181A}"/>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dirty="0">
              <a:solidFill>
                <a:schemeClr val="tx1"/>
              </a:solidFill>
            </a:endParaRPr>
          </a:p>
        </p:txBody>
      </p:sp>
      <p:sp>
        <p:nvSpPr>
          <p:cNvPr id="19" name="Date">
            <a:extLst>
              <a:ext uri="{FF2B5EF4-FFF2-40B4-BE49-F238E27FC236}">
                <a16:creationId xmlns:a16="http://schemas.microsoft.com/office/drawing/2014/main" id="{21CEE93F-0590-461F-A26C-B76B7B67C05B}"/>
              </a:ext>
            </a:extLst>
          </p:cNvPr>
          <p:cNvSpPr txBox="1"/>
          <p:nvPr/>
        </p:nvSpPr>
        <p:spPr>
          <a:xfrm>
            <a:off x="-1" y="6526800"/>
            <a:ext cx="1692000" cy="331200"/>
          </a:xfrm>
          <a:prstGeom prst="rect">
            <a:avLst/>
          </a:prstGeom>
          <a:noFill/>
        </p:spPr>
        <p:txBody>
          <a:bodyPr wrap="square" lIns="626400" tIns="0" rIns="0" bIns="36000" rtlCol="0" anchor="t">
            <a:noAutofit/>
          </a:bodyPr>
          <a:lstStyle/>
          <a:p>
            <a:pPr algn="l"/>
            <a:r>
              <a:rPr lang="en-US" sz="1000" b="0" noProof="0" dirty="0">
                <a:solidFill>
                  <a:schemeClr val="tx1"/>
                </a:solidFill>
              </a:rPr>
              <a:t>09.2026</a:t>
            </a:r>
          </a:p>
        </p:txBody>
      </p:sp>
    </p:spTree>
    <p:extLst>
      <p:ext uri="{BB962C8B-B14F-4D97-AF65-F5344CB8AC3E}">
        <p14:creationId xmlns:p14="http://schemas.microsoft.com/office/powerpoint/2010/main" val="10116677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022">
          <p15:clr>
            <a:srgbClr val="009999"/>
          </p15:clr>
        </p15:guide>
        <p15:guide id="2" pos="5112">
          <p15:clr>
            <a:srgbClr val="009999"/>
          </p15:clr>
        </p15:guide>
        <p15:guide id="4" pos="2753">
          <p15:clr>
            <a:srgbClr val="009999"/>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Image + Contact">
    <p:spTree>
      <p:nvGrpSpPr>
        <p:cNvPr id="1" name=""/>
        <p:cNvGrpSpPr/>
        <p:nvPr/>
      </p:nvGrpSpPr>
      <p:grpSpPr>
        <a:xfrm>
          <a:off x="0" y="0"/>
          <a:ext cx="0" cy="0"/>
          <a:chOff x="0" y="0"/>
          <a:chExt cx="0" cy="0"/>
        </a:xfrm>
      </p:grpSpPr>
      <p:pic>
        <p:nvPicPr>
          <p:cNvPr id="6" name="Graphic">
            <a:hlinkClick r:id="rId2"/>
            <a:extLst>
              <a:ext uri="{FF2B5EF4-FFF2-40B4-BE49-F238E27FC236}">
                <a16:creationId xmlns:a16="http://schemas.microsoft.com/office/drawing/2014/main" id="{281FD3DE-3D3F-4936-81A7-AD286FE4EFC8}"/>
              </a:ext>
            </a:extLst>
          </p:cNvPr>
          <p:cNvPicPr>
            <a:picLocks noChangeAspect="1"/>
          </p:cNvPicPr>
          <p:nvPr/>
        </p:nvPicPr>
        <p:blipFill rotWithShape="1">
          <a:blip>
            <a:extLst>
              <a:ext uri="{96DAC541-7B7A-43D3-8B79-37D633B846F1}">
                <asvg:svgBlip xmlns:asvg="http://schemas.microsoft.com/office/drawing/2016/SVG/main" r:embed="rId3"/>
              </a:ext>
            </a:extLst>
          </a:blip>
          <a:srcRect l="36971" t="33492" r="42185" b="37637"/>
          <a:stretch/>
        </p:blipFill>
        <p:spPr bwMode="invGray">
          <a:xfrm>
            <a:off x="1358" y="1414800"/>
            <a:ext cx="6098400" cy="4752000"/>
          </a:xfrm>
          <a:prstGeom prst="rect">
            <a:avLst/>
          </a:prstGeom>
        </p:spPr>
      </p:pic>
      <p:sp>
        <p:nvSpPr>
          <p:cNvPr id="2" name="Title">
            <a:extLst>
              <a:ext uri="{FF2B5EF4-FFF2-40B4-BE49-F238E27FC236}">
                <a16:creationId xmlns:a16="http://schemas.microsoft.com/office/drawing/2014/main" id="{29A8A3D2-4732-49AB-8FCF-B07043C386BE}"/>
              </a:ext>
            </a:extLst>
          </p:cNvPr>
          <p:cNvSpPr>
            <a:spLocks noGrp="1"/>
          </p:cNvSpPr>
          <p:nvPr>
            <p:ph type="title" hasCustomPrompt="1"/>
          </p:nvPr>
        </p:nvSpPr>
        <p:spPr/>
        <p:txBody>
          <a:bodyPr/>
          <a:lstStyle>
            <a:lvl1pPr>
              <a:defRPr/>
            </a:lvl1pPr>
          </a:lstStyle>
          <a:p>
            <a:r>
              <a:rPr lang="en-US" dirty="0"/>
              <a:t>Contact</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42049" y="1414800"/>
            <a:ext cx="5472113" cy="4752974"/>
          </a:xfrm>
        </p:spPr>
        <p:txBody>
          <a:bodyPr lIns="0"/>
          <a:lstStyle>
            <a:lvl1pPr>
              <a:spcBef>
                <a:spcPts val="600"/>
              </a:spcBef>
              <a:defRPr baseline="0"/>
            </a:lvl1pPr>
            <a:lvl2pPr marL="0" indent="0">
              <a:spcBef>
                <a:spcPts val="600"/>
              </a:spcBef>
              <a:buNone/>
              <a:defRPr b="1"/>
            </a:lvl2pPr>
            <a:lvl3pPr marL="180000" indent="-180000">
              <a:spcBef>
                <a:spcPts val="600"/>
              </a:spcBef>
              <a:buFont typeface="Arial" panose="020B0604020202020204" pitchFamily="34" charset="0"/>
              <a:buChar char="•"/>
              <a:defRPr>
                <a:solidFill>
                  <a:schemeClr val="tx1"/>
                </a:solidFill>
              </a:defRPr>
            </a:lvl3pPr>
            <a:lvl4pPr marL="0" indent="0">
              <a:spcBef>
                <a:spcPts val="1800"/>
              </a:spcBef>
              <a:buNone/>
              <a:defRPr b="1">
                <a:solidFill>
                  <a:schemeClr val="accent2"/>
                </a:solidFill>
              </a:defRPr>
            </a:lvl4pPr>
            <a:lvl5pPr marL="216000">
              <a:defRPr>
                <a:solidFill>
                  <a:schemeClr val="tx1"/>
                </a:solidFill>
              </a:defRPr>
            </a:lvl5pPr>
          </a:lstStyle>
          <a:p>
            <a:pPr lvl="0"/>
            <a:r>
              <a:rPr lang="en-US" noProof="0" dirty="0"/>
              <a:t>Contact information</a:t>
            </a:r>
          </a:p>
          <a:p>
            <a:pPr lvl="1"/>
            <a:r>
              <a:rPr lang="en-US" noProof="0" dirty="0"/>
              <a:t>First name Last name</a:t>
            </a:r>
          </a:p>
          <a:p>
            <a:pPr lvl="2"/>
            <a:r>
              <a:rPr lang="en-US" noProof="0" dirty="0"/>
              <a:t>Additional information</a:t>
            </a:r>
          </a:p>
          <a:p>
            <a:pPr lvl="3"/>
            <a:r>
              <a:rPr lang="en-US" noProof="0" dirty="0"/>
              <a:t>Optional URL</a:t>
            </a:r>
          </a:p>
        </p:txBody>
      </p:sp>
      <p:sp>
        <p:nvSpPr>
          <p:cNvPr id="10" name="License statement">
            <a:extLst>
              <a:ext uri="{FF2B5EF4-FFF2-40B4-BE49-F238E27FC236}">
                <a16:creationId xmlns:a16="http://schemas.microsoft.com/office/drawing/2014/main" id="{7A9560F1-3DB3-46C0-AE0C-BFB3B1558722}"/>
              </a:ext>
            </a:extLst>
          </p:cNvPr>
          <p:cNvSpPr txBox="1"/>
          <p:nvPr/>
        </p:nvSpPr>
        <p:spPr>
          <a:xfrm>
            <a:off x="1692000" y="6526800"/>
            <a:ext cx="4402800" cy="331200"/>
          </a:xfrm>
          <a:prstGeom prst="rect">
            <a:avLst/>
          </a:prstGeom>
          <a:noFill/>
        </p:spPr>
        <p:txBody>
          <a:bodyPr wrap="square" lIns="0" tIns="0" rIns="0" bIns="0" rtlCol="0" anchor="t">
            <a:noAutofit/>
          </a:bodyPr>
          <a:lstStyle/>
          <a:p>
            <a:pPr algn="l"/>
            <a:r>
              <a:rPr lang="en-US" sz="1000" b="0" noProof="0" dirty="0">
                <a:solidFill>
                  <a:schemeClr val="accent6"/>
                </a:solidFill>
              </a:rPr>
              <a:t>Siemens Energy is a trademark licensed by Siemens AG.</a:t>
            </a:r>
          </a:p>
        </p:txBody>
      </p:sp>
      <p:pic>
        <p:nvPicPr>
          <p:cNvPr id="8" name="Logo">
            <a:extLst>
              <a:ext uri="{FF2B5EF4-FFF2-40B4-BE49-F238E27FC236}">
                <a16:creationId xmlns:a16="http://schemas.microsoft.com/office/drawing/2014/main" id="{8D4FB85B-6B00-4CB9-9A3F-0DA4223A52AE}"/>
              </a:ext>
            </a:extLst>
          </p:cNvPr>
          <p:cNvPicPr>
            <a:picLocks noChangeAspect="1"/>
          </p:cNvPicPr>
          <p:nvPr/>
        </p:nvPicPr>
        <p:blipFill>
          <a:blip r:embed="rId4"/>
          <a:srcRect/>
          <a:stretch/>
        </p:blipFill>
        <p:spPr bwMode="black">
          <a:xfrm>
            <a:off x="10274163" y="468926"/>
            <a:ext cx="1439999" cy="496808"/>
          </a:xfrm>
          <a:prstGeom prst="rect">
            <a:avLst/>
          </a:prstGeom>
        </p:spPr>
      </p:pic>
    </p:spTree>
    <p:extLst>
      <p:ext uri="{BB962C8B-B14F-4D97-AF65-F5344CB8AC3E}">
        <p14:creationId xmlns:p14="http://schemas.microsoft.com/office/powerpoint/2010/main" val="1275609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77C31-EA08-F53C-3826-1A98A1DB8E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EE3A2A-F464-8CD8-61D1-4BECB6CC1DD7}"/>
              </a:ext>
            </a:extLst>
          </p:cNvPr>
          <p:cNvSpPr>
            <a:spLocks noGrp="1"/>
          </p:cNvSpPr>
          <p:nvPr>
            <p:ph type="dt" sz="half" idx="10"/>
          </p:nvPr>
        </p:nvSpPr>
        <p:spPr/>
        <p:txBody>
          <a:bodyPr/>
          <a:lstStyle/>
          <a:p>
            <a:fld id="{60799D63-2330-4BAC-9F6E-6E4EDB0B4150}" type="datetimeFigureOut">
              <a:rPr lang="en-US" smtClean="0"/>
              <a:t>9/22/2026</a:t>
            </a:fld>
            <a:endParaRPr lang="en-US"/>
          </a:p>
        </p:txBody>
      </p:sp>
      <p:sp>
        <p:nvSpPr>
          <p:cNvPr id="4" name="Footer Placeholder 3">
            <a:extLst>
              <a:ext uri="{FF2B5EF4-FFF2-40B4-BE49-F238E27FC236}">
                <a16:creationId xmlns:a16="http://schemas.microsoft.com/office/drawing/2014/main" id="{6D6558FA-FA79-A2AF-643C-42F5F14D5F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E108C1-0BD3-C501-3642-B3776EFBC6DD}"/>
              </a:ext>
            </a:extLst>
          </p:cNvPr>
          <p:cNvSpPr>
            <a:spLocks noGrp="1"/>
          </p:cNvSpPr>
          <p:nvPr>
            <p:ph type="sldNum" sz="quarter" idx="12"/>
          </p:nvPr>
        </p:nvSpPr>
        <p:spPr/>
        <p:txBody>
          <a:bodyPr/>
          <a:lstStyle/>
          <a:p>
            <a:fld id="{31995514-F81A-4F42-9626-DEC90AAF5C40}" type="slidenum">
              <a:rPr lang="en-US" smtClean="0"/>
              <a:t>‹#›</a:t>
            </a:fld>
            <a:endParaRPr lang="en-US"/>
          </a:p>
        </p:txBody>
      </p:sp>
    </p:spTree>
    <p:extLst>
      <p:ext uri="{BB962C8B-B14F-4D97-AF65-F5344CB8AC3E}">
        <p14:creationId xmlns:p14="http://schemas.microsoft.com/office/powerpoint/2010/main" val="6547671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F6C5D22-2D05-436C-B3FF-684C0326B5DB}"/>
              </a:ext>
            </a:extLst>
          </p:cNvPr>
          <p:cNvSpPr>
            <a:spLocks noGrp="1"/>
          </p:cNvSpPr>
          <p:nvPr>
            <p:ph type="title"/>
          </p:nvPr>
        </p:nvSpPr>
        <p:spPr>
          <a:xfrm>
            <a:off x="1" y="1"/>
            <a:ext cx="9659938" cy="1414800"/>
          </a:xfrm>
          <a:prstGeom prst="rect">
            <a:avLst/>
          </a:prstGeom>
        </p:spPr>
        <p:txBody>
          <a:bodyPr vert="horz" lIns="626400" tIns="378000" rIns="0" bIns="0" rtlCol="0" anchor="t" anchorCtr="0">
            <a:noAutofit/>
          </a:bodyPr>
          <a:lstStyle/>
          <a:p>
            <a:r>
              <a:rPr lang="en-US" noProof="0"/>
              <a:t>Click to edit Master title style</a:t>
            </a:r>
            <a:endParaRPr lang="en-US" noProof="0" dirty="0"/>
          </a:p>
        </p:txBody>
      </p:sp>
      <p:sp>
        <p:nvSpPr>
          <p:cNvPr id="3" name="Copy">
            <a:extLst>
              <a:ext uri="{FF2B5EF4-FFF2-40B4-BE49-F238E27FC236}">
                <a16:creationId xmlns:a16="http://schemas.microsoft.com/office/drawing/2014/main" id="{93E46A9A-BF3F-41A6-ABFA-1F80C067E133}"/>
              </a:ext>
            </a:extLst>
          </p:cNvPr>
          <p:cNvSpPr>
            <a:spLocks noGrp="1"/>
          </p:cNvSpPr>
          <p:nvPr>
            <p:ph type="body" idx="1"/>
          </p:nvPr>
        </p:nvSpPr>
        <p:spPr>
          <a:xfrm>
            <a:off x="627063" y="1414800"/>
            <a:ext cx="8207375" cy="4752975"/>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Author | Department">
            <a:extLst>
              <a:ext uri="{FF2B5EF4-FFF2-40B4-BE49-F238E27FC236}">
                <a16:creationId xmlns:a16="http://schemas.microsoft.com/office/drawing/2014/main" id="{47D1BF6C-5F09-4F64-A9AC-A5B1F1AC9DC5}"/>
              </a:ext>
            </a:extLst>
          </p:cNvPr>
          <p:cNvSpPr txBox="1"/>
          <p:nvPr/>
        </p:nvSpPr>
        <p:spPr>
          <a:xfrm>
            <a:off x="6242050" y="6166800"/>
            <a:ext cx="5949950" cy="360000"/>
          </a:xfrm>
          <a:prstGeom prst="rect">
            <a:avLst/>
          </a:prstGeom>
          <a:noFill/>
        </p:spPr>
        <p:txBody>
          <a:bodyPr wrap="square" lIns="0" tIns="0" rIns="835200" bIns="36000" rtlCol="0" anchor="b">
            <a:noAutofit/>
          </a:bodyPr>
          <a:lstStyle/>
          <a:p>
            <a:pPr algn="r"/>
            <a:r>
              <a:rPr lang="en-US" sz="1000" b="0" noProof="0" dirty="0"/>
              <a:t>Yimin Hu</a:t>
            </a:r>
          </a:p>
        </p:txBody>
      </p:sp>
      <p:sp>
        <p:nvSpPr>
          <p:cNvPr id="14" name="Copyright">
            <a:extLst>
              <a:ext uri="{FF2B5EF4-FFF2-40B4-BE49-F238E27FC236}">
                <a16:creationId xmlns:a16="http://schemas.microsoft.com/office/drawing/2014/main" id="{C256CC5F-2E32-487E-8F3C-5F626C2236B3}"/>
              </a:ext>
            </a:extLst>
          </p:cNvPr>
          <p:cNvSpPr txBox="1"/>
          <p:nvPr/>
        </p:nvSpPr>
        <p:spPr>
          <a:xfrm>
            <a:off x="6242050" y="6526800"/>
            <a:ext cx="5949950" cy="331200"/>
          </a:xfrm>
          <a:prstGeom prst="rect">
            <a:avLst/>
          </a:prstGeom>
          <a:noFill/>
        </p:spPr>
        <p:txBody>
          <a:bodyPr wrap="square" lIns="626400" tIns="0" rIns="482400" bIns="0" rtlCol="0" anchor="t">
            <a:noAutofit/>
          </a:bodyPr>
          <a:lstStyle/>
          <a:p>
            <a:pPr algn="r"/>
            <a:r>
              <a:rPr lang="en-US" sz="1000" b="0" noProof="0" dirty="0"/>
              <a:t>Restricted © Siemens Energy, 2026</a:t>
            </a:r>
          </a:p>
        </p:txBody>
      </p:sp>
      <p:sp>
        <p:nvSpPr>
          <p:cNvPr id="16" name="Page">
            <a:extLst>
              <a:ext uri="{FF2B5EF4-FFF2-40B4-BE49-F238E27FC236}">
                <a16:creationId xmlns:a16="http://schemas.microsoft.com/office/drawing/2014/main" id="{ADCE6DE1-D72A-4960-AD36-50AAB9FC6372}"/>
              </a:ext>
            </a:extLst>
          </p:cNvPr>
          <p:cNvSpPr txBox="1"/>
          <p:nvPr/>
        </p:nvSpPr>
        <p:spPr>
          <a:xfrm>
            <a:off x="11364000" y="6166800"/>
            <a:ext cx="828000"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t>‹#›</a:t>
            </a:fld>
            <a:endParaRPr lang="en-US" sz="1000" b="1" noProof="0" dirty="0"/>
          </a:p>
        </p:txBody>
      </p:sp>
      <p:sp>
        <p:nvSpPr>
          <p:cNvPr id="10" name="Date">
            <a:extLst>
              <a:ext uri="{FF2B5EF4-FFF2-40B4-BE49-F238E27FC236}">
                <a16:creationId xmlns:a16="http://schemas.microsoft.com/office/drawing/2014/main" id="{00B4D258-65B1-4091-875A-AE678469BF41}"/>
              </a:ext>
            </a:extLst>
          </p:cNvPr>
          <p:cNvSpPr txBox="1"/>
          <p:nvPr/>
        </p:nvSpPr>
        <p:spPr>
          <a:xfrm>
            <a:off x="-1" y="6526800"/>
            <a:ext cx="1692000" cy="331200"/>
          </a:xfrm>
          <a:prstGeom prst="rect">
            <a:avLst/>
          </a:prstGeom>
          <a:noFill/>
        </p:spPr>
        <p:txBody>
          <a:bodyPr wrap="square" lIns="626400" tIns="0" rIns="0" bIns="0" rtlCol="0" anchor="t">
            <a:noAutofit/>
          </a:bodyPr>
          <a:lstStyle/>
          <a:p>
            <a:pPr algn="l"/>
            <a:r>
              <a:rPr lang="en-US" sz="1000" b="0" noProof="0" dirty="0"/>
              <a:t>09.2026</a:t>
            </a:r>
          </a:p>
        </p:txBody>
      </p:sp>
    </p:spTree>
    <p:extLst>
      <p:ext uri="{BB962C8B-B14F-4D97-AF65-F5344CB8AC3E}">
        <p14:creationId xmlns:p14="http://schemas.microsoft.com/office/powerpoint/2010/main" val="2153499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2" r:id="rId41"/>
  </p:sldLayoutIdLst>
  <p:txStyles>
    <p:titleStyle>
      <a:lvl1pPr algn="l" defTabSz="914400" rtl="0" eaLnBrk="1" latinLnBrk="0" hangingPunct="1">
        <a:lnSpc>
          <a:spcPct val="90000"/>
        </a:lnSpc>
        <a:spcBef>
          <a:spcPct val="0"/>
        </a:spcBef>
        <a:buNone/>
        <a:defRPr sz="2400" b="1" kern="1200">
          <a:solidFill>
            <a:schemeClr val="accent2"/>
          </a:solidFill>
          <a:latin typeface="+mj-lt"/>
          <a:ea typeface="+mj-ea"/>
          <a:cs typeface="+mj-cs"/>
        </a:defRPr>
      </a:lvl1pPr>
    </p:titleStyle>
    <p:bodyStyle>
      <a:lvl1pPr marL="0" indent="0" algn="l" defTabSz="914400" rtl="0" eaLnBrk="1" latinLnBrk="0" hangingPunct="1">
        <a:lnSpc>
          <a:spcPct val="110000"/>
        </a:lnSpc>
        <a:spcBef>
          <a:spcPts val="0"/>
        </a:spcBef>
        <a:buFont typeface="Arial" panose="020B0604020202020204" pitchFamily="34" charset="0"/>
        <a:buNone/>
        <a:defRPr sz="1800" b="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5">
          <p15:clr>
            <a:srgbClr val="009999"/>
          </p15:clr>
        </p15:guide>
        <p15:guide id="2" pos="2662">
          <p15:clr>
            <a:srgbClr val="009999"/>
          </p15:clr>
        </p15:guide>
        <p15:guide id="3" pos="3842">
          <p15:clr>
            <a:srgbClr val="009999"/>
          </p15:clr>
        </p15:guide>
        <p15:guide id="4" pos="3932">
          <p15:clr>
            <a:srgbClr val="009999"/>
          </p15:clr>
        </p15:guide>
        <p15:guide id="5" pos="5565">
          <p15:clr>
            <a:srgbClr val="009999"/>
          </p15:clr>
        </p15:guide>
        <p15:guide id="6" pos="6087">
          <p15:clr>
            <a:srgbClr val="009999"/>
          </p15:clr>
        </p15:guide>
        <p15:guide id="7" pos="7379">
          <p15:clr>
            <a:srgbClr val="009999"/>
          </p15:clr>
        </p15:guide>
        <p15:guide id="9" orient="horz" pos="891">
          <p15:clr>
            <a:srgbClr val="009999"/>
          </p15:clr>
        </p15:guide>
        <p15:guide id="10" orient="horz" pos="1073">
          <p15:clr>
            <a:srgbClr val="009999"/>
          </p15:clr>
        </p15:guide>
        <p15:guide id="11" orient="horz" pos="2343">
          <p15:clr>
            <a:srgbClr val="009999"/>
          </p15:clr>
        </p15:guide>
        <p15:guide id="12" orient="horz" pos="2433">
          <p15:clr>
            <a:srgbClr val="009999"/>
          </p15:clr>
        </p15:guide>
        <p15:guide id="13" orient="horz" pos="3703">
          <p15:clr>
            <a:srgbClr val="009999"/>
          </p15:clr>
        </p15:guide>
        <p15:guide id="14" orient="horz" pos="3885">
          <p15:clr>
            <a:srgbClr val="00999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8.jpg&amp;ehk=oUonBmLyufywzNclJroOoWrU"/><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hyperlink" Target="https://open.rokid.com/sprite?lang=e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B3F0-AC24-E870-FF55-6A83034DD5EF}"/>
              </a:ext>
            </a:extLst>
          </p:cNvPr>
          <p:cNvSpPr>
            <a:spLocks noGrp="1"/>
          </p:cNvSpPr>
          <p:nvPr>
            <p:ph type="ctrTitle"/>
          </p:nvPr>
        </p:nvSpPr>
        <p:spPr>
          <a:xfrm>
            <a:off x="627061" y="1414800"/>
            <a:ext cx="7586636" cy="3114000"/>
          </a:xfrm>
        </p:spPr>
        <p:txBody>
          <a:bodyPr>
            <a:normAutofit/>
          </a:bodyPr>
          <a:lstStyle/>
          <a:p>
            <a:r>
              <a:rPr lang="en-US" sz="2800" dirty="0"/>
              <a:t>P</a:t>
            </a:r>
            <a:r>
              <a:rPr lang="en-US" altLang="zh-CN" sz="2800" dirty="0"/>
              <a:t>roject Report</a:t>
            </a:r>
            <a:br>
              <a:rPr lang="en-US" altLang="zh-CN" sz="4800" dirty="0"/>
            </a:br>
            <a:r>
              <a:rPr lang="en-US" altLang="zh-CN" sz="4800" dirty="0"/>
              <a:t>AI Driven Quality Control</a:t>
            </a:r>
            <a:endParaRPr lang="en-US" sz="4800" dirty="0"/>
          </a:p>
        </p:txBody>
      </p:sp>
      <p:sp>
        <p:nvSpPr>
          <p:cNvPr id="3" name="Subtitle 2">
            <a:extLst>
              <a:ext uri="{FF2B5EF4-FFF2-40B4-BE49-F238E27FC236}">
                <a16:creationId xmlns:a16="http://schemas.microsoft.com/office/drawing/2014/main" id="{BDF3536D-47C1-E379-DE1E-CB3908C43BE8}"/>
              </a:ext>
            </a:extLst>
          </p:cNvPr>
          <p:cNvSpPr>
            <a:spLocks noGrp="1"/>
          </p:cNvSpPr>
          <p:nvPr>
            <p:ph type="subTitle" idx="1"/>
          </p:nvPr>
        </p:nvSpPr>
        <p:spPr/>
        <p:txBody>
          <a:bodyPr/>
          <a:lstStyle/>
          <a:p>
            <a:r>
              <a:rPr lang="en-US" dirty="0"/>
              <a:t>09.2026</a:t>
            </a:r>
          </a:p>
        </p:txBody>
      </p:sp>
    </p:spTree>
    <p:extLst>
      <p:ext uri="{BB962C8B-B14F-4D97-AF65-F5344CB8AC3E}">
        <p14:creationId xmlns:p14="http://schemas.microsoft.com/office/powerpoint/2010/main" val="2705443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098A-CBE2-9069-972D-94296DF60B37}"/>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E7A1AC30-4318-DB57-9447-60E6E1C7EAE6}"/>
              </a:ext>
            </a:extLst>
          </p:cNvPr>
          <p:cNvSpPr>
            <a:spLocks noGrp="1"/>
          </p:cNvSpPr>
          <p:nvPr>
            <p:ph type="title"/>
          </p:nvPr>
        </p:nvSpPr>
        <p:spPr>
          <a:xfrm>
            <a:off x="1" y="1"/>
            <a:ext cx="9659938" cy="1320800"/>
          </a:xfrm>
        </p:spPr>
        <p:txBody>
          <a:bodyPr/>
          <a:lstStyle/>
          <a:p>
            <a:r>
              <a:rPr lang="en-US" noProof="0" dirty="0"/>
              <a:t>Table of Contents</a:t>
            </a:r>
          </a:p>
        </p:txBody>
      </p:sp>
      <p:cxnSp>
        <p:nvCxnSpPr>
          <p:cNvPr id="6" name="Line 1">
            <a:extLst>
              <a:ext uri="{FF2B5EF4-FFF2-40B4-BE49-F238E27FC236}">
                <a16:creationId xmlns:a16="http://schemas.microsoft.com/office/drawing/2014/main" id="{20029078-79F3-3AA2-1424-EBF28CB65FAE}"/>
              </a:ext>
            </a:extLst>
          </p:cNvPr>
          <p:cNvCxnSpPr/>
          <p:nvPr/>
        </p:nvCxnSpPr>
        <p:spPr>
          <a:xfrm>
            <a:off x="627063"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39" name="Chapter 2">
            <a:extLst>
              <a:ext uri="{FF2B5EF4-FFF2-40B4-BE49-F238E27FC236}">
                <a16:creationId xmlns:a16="http://schemas.microsoft.com/office/drawing/2014/main" id="{977F57B0-CE1D-9AE1-1530-039930E2A383}"/>
              </a:ext>
            </a:extLst>
          </p:cNvPr>
          <p:cNvSpPr>
            <a:spLocks noGrp="1"/>
          </p:cNvSpPr>
          <p:nvPr>
            <p:ph sz="quarter" idx="17"/>
          </p:nvPr>
        </p:nvSpPr>
        <p:spPr>
          <a:xfrm>
            <a:off x="2930732" y="3373160"/>
            <a:ext cx="2160000" cy="2016000"/>
          </a:xfrm>
        </p:spPr>
        <p:txBody>
          <a:bodyPr/>
          <a:lstStyle/>
          <a:p>
            <a:r>
              <a:rPr lang="en-US" dirty="0"/>
              <a:t>2</a:t>
            </a:r>
          </a:p>
          <a:p>
            <a:pPr lvl="1"/>
            <a:r>
              <a:rPr lang="en-US" dirty="0"/>
              <a:t>Background</a:t>
            </a:r>
          </a:p>
        </p:txBody>
      </p:sp>
      <p:cxnSp>
        <p:nvCxnSpPr>
          <p:cNvPr id="27" name="Line 2">
            <a:extLst>
              <a:ext uri="{FF2B5EF4-FFF2-40B4-BE49-F238E27FC236}">
                <a16:creationId xmlns:a16="http://schemas.microsoft.com/office/drawing/2014/main" id="{35C16408-3A79-8221-E651-8FCBAC439169}"/>
              </a:ext>
            </a:extLst>
          </p:cNvPr>
          <p:cNvCxnSpPr/>
          <p:nvPr/>
        </p:nvCxnSpPr>
        <p:spPr>
          <a:xfrm>
            <a:off x="2930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54" name="Chapter 3">
            <a:extLst>
              <a:ext uri="{FF2B5EF4-FFF2-40B4-BE49-F238E27FC236}">
                <a16:creationId xmlns:a16="http://schemas.microsoft.com/office/drawing/2014/main" id="{BD07EEAC-37C8-9927-62AB-401846183E7A}"/>
              </a:ext>
            </a:extLst>
          </p:cNvPr>
          <p:cNvSpPr>
            <a:spLocks noGrp="1"/>
          </p:cNvSpPr>
          <p:nvPr>
            <p:ph sz="quarter" idx="18"/>
          </p:nvPr>
        </p:nvSpPr>
        <p:spPr>
          <a:xfrm>
            <a:off x="5234400" y="3373160"/>
            <a:ext cx="2160000" cy="2016000"/>
          </a:xfrm>
        </p:spPr>
        <p:txBody>
          <a:bodyPr/>
          <a:lstStyle/>
          <a:p>
            <a:r>
              <a:rPr lang="en-US" dirty="0"/>
              <a:t>3</a:t>
            </a:r>
          </a:p>
          <a:p>
            <a:pPr lvl="1"/>
            <a:r>
              <a:rPr lang="en-US" dirty="0"/>
              <a:t>Project Progress</a:t>
            </a:r>
          </a:p>
        </p:txBody>
      </p:sp>
      <p:cxnSp>
        <p:nvCxnSpPr>
          <p:cNvPr id="28" name="Line 3">
            <a:extLst>
              <a:ext uri="{FF2B5EF4-FFF2-40B4-BE49-F238E27FC236}">
                <a16:creationId xmlns:a16="http://schemas.microsoft.com/office/drawing/2014/main" id="{C671F34C-5259-5B1A-FF44-B51B71DF5D5A}"/>
              </a:ext>
            </a:extLst>
          </p:cNvPr>
          <p:cNvCxnSpPr/>
          <p:nvPr/>
        </p:nvCxnSpPr>
        <p:spPr>
          <a:xfrm>
            <a:off x="5234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7" name="Chapter 4">
            <a:extLst>
              <a:ext uri="{FF2B5EF4-FFF2-40B4-BE49-F238E27FC236}">
                <a16:creationId xmlns:a16="http://schemas.microsoft.com/office/drawing/2014/main" id="{083C627F-683A-CC4B-4799-FA1A532A5698}"/>
              </a:ext>
            </a:extLst>
          </p:cNvPr>
          <p:cNvSpPr txBox="1">
            <a:spLocks/>
          </p:cNvSpPr>
          <p:nvPr/>
        </p:nvSpPr>
        <p:spPr>
          <a:xfrm>
            <a:off x="7538068" y="3373160"/>
            <a:ext cx="2160000" cy="2016000"/>
          </a:xfrm>
          <a:prstGeom prst="rect">
            <a:avLst/>
          </a:prstGeom>
        </p:spPr>
        <p:txBody>
          <a:bodyPr vert="horz" lIns="180000" tIns="108000" rIns="0" bIns="0" rtlCol="0">
            <a:noAutofit/>
          </a:bodyPr>
          <a:lstStyle>
            <a:lvl1pPr marL="0" indent="0" algn="l" defTabSz="914400" rtl="0" eaLnBrk="1" latinLnBrk="0" hangingPunct="1">
              <a:lnSpc>
                <a:spcPct val="90000"/>
              </a:lnSpc>
              <a:spcBef>
                <a:spcPts val="0"/>
              </a:spcBef>
              <a:spcAft>
                <a:spcPts val="1500"/>
              </a:spcAft>
              <a:buFont typeface="Arial" panose="020B0604020202020204" pitchFamily="34" charset="0"/>
              <a:buNone/>
              <a:defRPr sz="7200" b="1" kern="1200">
                <a:solidFill>
                  <a:schemeClr val="tx1"/>
                </a:solidFill>
                <a:latin typeface="Times New Roman" panose="02020603050405020304" pitchFamily="18" charset="0"/>
                <a:ea typeface="+mn-ea"/>
                <a:cs typeface="Times New Roman" panose="02020603050405020304" pitchFamily="18" charset="0"/>
              </a:defRPr>
            </a:lvl1pPr>
            <a:lvl2pPr marL="0" indent="0" algn="l" defTabSz="914400" rtl="0" eaLnBrk="1" latinLnBrk="0" hangingPunct="1">
              <a:lnSpc>
                <a:spcPct val="110000"/>
              </a:lnSpc>
              <a:spcBef>
                <a:spcPts val="0"/>
              </a:spcBef>
              <a:buClr>
                <a:schemeClr val="accent2"/>
              </a:buClr>
              <a:buFont typeface="Arial" panose="020B0604020202020204" pitchFamily="34" charset="0"/>
              <a:buNone/>
              <a:defRPr sz="1800" b="1" kern="1200">
                <a:solidFill>
                  <a:schemeClr val="tx1"/>
                </a:solidFill>
                <a:latin typeface="+mn-lt"/>
                <a:ea typeface="+mn-ea"/>
                <a:cs typeface="+mn-cs"/>
              </a:defRPr>
            </a:lvl2pPr>
            <a:lvl3pPr marL="0" indent="0" algn="l" defTabSz="914400" rtl="0" eaLnBrk="1" latinLnBrk="0" hangingPunct="1">
              <a:lnSpc>
                <a:spcPct val="110000"/>
              </a:lnSpc>
              <a:spcBef>
                <a:spcPts val="0"/>
              </a:spcBef>
              <a:buClr>
                <a:schemeClr val="accent2"/>
              </a:buClr>
              <a:buFont typeface="Arial" panose="020B0604020202020204" pitchFamily="34" charset="0"/>
              <a:buNone/>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p>
          <a:p>
            <a:pPr lvl="1"/>
            <a:r>
              <a:rPr lang="en-US"/>
              <a:t>Other Projects</a:t>
            </a:r>
            <a:endParaRPr lang="en-US" dirty="0"/>
          </a:p>
        </p:txBody>
      </p:sp>
      <p:cxnSp>
        <p:nvCxnSpPr>
          <p:cNvPr id="8" name="Line 4">
            <a:extLst>
              <a:ext uri="{FF2B5EF4-FFF2-40B4-BE49-F238E27FC236}">
                <a16:creationId xmlns:a16="http://schemas.microsoft.com/office/drawing/2014/main" id="{C116F9C3-A166-23DF-2DC9-C0E17D5F6840}"/>
              </a:ext>
            </a:extLst>
          </p:cNvPr>
          <p:cNvCxnSpPr/>
          <p:nvPr/>
        </p:nvCxnSpPr>
        <p:spPr>
          <a:xfrm>
            <a:off x="7538068"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15" name="Chapter 2">
            <a:extLst>
              <a:ext uri="{FF2B5EF4-FFF2-40B4-BE49-F238E27FC236}">
                <a16:creationId xmlns:a16="http://schemas.microsoft.com/office/drawing/2014/main" id="{92D35BB0-C563-60CA-0D1C-3B0DDA73F672}"/>
              </a:ext>
            </a:extLst>
          </p:cNvPr>
          <p:cNvSpPr>
            <a:spLocks noGrp="1"/>
          </p:cNvSpPr>
          <p:nvPr>
            <p:ph type="body" sz="quarter" idx="16"/>
          </p:nvPr>
        </p:nvSpPr>
        <p:spPr>
          <a:xfrm>
            <a:off x="627063" y="3373160"/>
            <a:ext cx="2160587" cy="2016125"/>
          </a:xfrm>
        </p:spPr>
        <p:txBody>
          <a:bodyPr/>
          <a:lstStyle/>
          <a:p>
            <a:r>
              <a:rPr lang="en-US" dirty="0">
                <a:solidFill>
                  <a:schemeClr val="accent3"/>
                </a:solidFill>
              </a:rPr>
              <a:t>1</a:t>
            </a:r>
          </a:p>
          <a:p>
            <a:pPr lvl="1"/>
            <a:r>
              <a:rPr lang="en-US" dirty="0">
                <a:solidFill>
                  <a:schemeClr val="accent3"/>
                </a:solidFill>
              </a:rPr>
              <a:t>Introduction</a:t>
            </a:r>
          </a:p>
        </p:txBody>
      </p:sp>
    </p:spTree>
    <p:extLst>
      <p:ext uri="{BB962C8B-B14F-4D97-AF65-F5344CB8AC3E}">
        <p14:creationId xmlns:p14="http://schemas.microsoft.com/office/powerpoint/2010/main" val="806025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D4BA40A-0C80-4482-9685-F8D3E5D6490C}"/>
              </a:ext>
            </a:extLst>
          </p:cNvPr>
          <p:cNvSpPr>
            <a:spLocks noGrp="1"/>
          </p:cNvSpPr>
          <p:nvPr>
            <p:ph type="title"/>
          </p:nvPr>
        </p:nvSpPr>
        <p:spPr/>
        <p:txBody>
          <a:bodyPr/>
          <a:lstStyle/>
          <a:p>
            <a:r>
              <a:rPr lang="en-US" dirty="0"/>
              <a:t>1 Introduction</a:t>
            </a:r>
            <a:br>
              <a:rPr lang="en-US" dirty="0"/>
            </a:br>
            <a:r>
              <a:rPr lang="en-US" sz="1600" dirty="0"/>
              <a:t>About Us</a:t>
            </a:r>
            <a:endParaRPr lang="en-US" noProof="0" dirty="0"/>
          </a:p>
        </p:txBody>
      </p:sp>
      <p:sp>
        <p:nvSpPr>
          <p:cNvPr id="5" name="Copy">
            <a:extLst>
              <a:ext uri="{FF2B5EF4-FFF2-40B4-BE49-F238E27FC236}">
                <a16:creationId xmlns:a16="http://schemas.microsoft.com/office/drawing/2014/main" id="{153C642A-3482-4493-B6B7-8337CFE8F932}"/>
              </a:ext>
            </a:extLst>
          </p:cNvPr>
          <p:cNvSpPr>
            <a:spLocks noGrp="1"/>
          </p:cNvSpPr>
          <p:nvPr>
            <p:ph idx="1"/>
          </p:nvPr>
        </p:nvSpPr>
        <p:spPr>
          <a:xfrm>
            <a:off x="627063" y="1414800"/>
            <a:ext cx="5964568" cy="4752975"/>
          </a:xfrm>
        </p:spPr>
        <p:txBody>
          <a:bodyPr/>
          <a:lstStyle/>
          <a:p>
            <a:r>
              <a:rPr lang="en-US" b="1" noProof="0" dirty="0"/>
              <a:t>Shanghai Siemens Energy High Voltage Switchgear Co., Ltd.</a:t>
            </a:r>
          </a:p>
          <a:p>
            <a:endParaRPr lang="en-US" noProof="0" dirty="0"/>
          </a:p>
          <a:p>
            <a:r>
              <a:rPr lang="en-US" dirty="0"/>
              <a:t>Shanghai Siemens Energy High Voltage Switchgear Co., Ltd., established in 2001, is a Sino-foreign joint venture jointly invested by Siemens Energy GmbH and Shanghai Electric Group Transmission &amp; Distribution Equipment Co., Ltd. The company specializes in the research, development, manufacturing, sales, and service of high-voltage gas-insulated switchgear (GIS) rated at 52 kV and above, with products exported to 58 countries and regions. </a:t>
            </a:r>
          </a:p>
          <a:p>
            <a:r>
              <a:rPr lang="en-US" dirty="0"/>
              <a:t> </a:t>
            </a:r>
          </a:p>
        </p:txBody>
      </p:sp>
      <p:pic>
        <p:nvPicPr>
          <p:cNvPr id="3" name="Picture 2" descr="西门子能源，又一个第一！国内首台145kV零碳无氟环保型高压开关成功投运-企业信息-自动化新闻网">
            <a:extLst>
              <a:ext uri="{FF2B5EF4-FFF2-40B4-BE49-F238E27FC236}">
                <a16:creationId xmlns:a16="http://schemas.microsoft.com/office/drawing/2014/main" id="{21F3ABEA-5D5E-0424-D9A1-E39D0D004852}"/>
              </a:ext>
            </a:extLst>
          </p:cNvPr>
          <p:cNvPicPr>
            <a:picLocks noChangeAspect="1"/>
          </p:cNvPicPr>
          <p:nvPr/>
        </p:nvPicPr>
        <p:blipFill>
          <a:blip r:embed="rId2"/>
          <a:stretch>
            <a:fillRect/>
          </a:stretch>
        </p:blipFill>
        <p:spPr>
          <a:xfrm>
            <a:off x="7010069" y="1940117"/>
            <a:ext cx="4726057" cy="3150705"/>
          </a:xfrm>
          <a:prstGeom prst="rect">
            <a:avLst/>
          </a:prstGeom>
        </p:spPr>
      </p:pic>
    </p:spTree>
    <p:extLst>
      <p:ext uri="{BB962C8B-B14F-4D97-AF65-F5344CB8AC3E}">
        <p14:creationId xmlns:p14="http://schemas.microsoft.com/office/powerpoint/2010/main" val="3184354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71DF7-F652-03F5-18C3-548E6FAAC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2A181-DF5A-7CE2-AB71-76D53EE41FAC}"/>
              </a:ext>
            </a:extLst>
          </p:cNvPr>
          <p:cNvSpPr>
            <a:spLocks noGrp="1"/>
          </p:cNvSpPr>
          <p:nvPr>
            <p:ph type="title"/>
          </p:nvPr>
        </p:nvSpPr>
        <p:spPr/>
        <p:txBody>
          <a:bodyPr/>
          <a:lstStyle/>
          <a:p>
            <a:r>
              <a:rPr lang="en-US" dirty="0"/>
              <a:t>1 Introduction</a:t>
            </a:r>
            <a:br>
              <a:rPr lang="en-US" dirty="0"/>
            </a:br>
            <a:r>
              <a:rPr lang="en-US" sz="1600" dirty="0"/>
              <a:t>Quality Control in the Company</a:t>
            </a:r>
            <a:endParaRPr lang="en-US" dirty="0"/>
          </a:p>
        </p:txBody>
      </p:sp>
      <p:pic>
        <p:nvPicPr>
          <p:cNvPr id="7" name="Picture 6">
            <a:extLst>
              <a:ext uri="{FF2B5EF4-FFF2-40B4-BE49-F238E27FC236}">
                <a16:creationId xmlns:a16="http://schemas.microsoft.com/office/drawing/2014/main" id="{3F9DA5CD-A2F3-7613-3232-ACAC693DED6B}"/>
              </a:ext>
            </a:extLst>
          </p:cNvPr>
          <p:cNvPicPr>
            <a:picLocks noChangeAspect="1"/>
          </p:cNvPicPr>
          <p:nvPr/>
        </p:nvPicPr>
        <p:blipFill>
          <a:blip r:embed="rId2"/>
          <a:stretch>
            <a:fillRect/>
          </a:stretch>
        </p:blipFill>
        <p:spPr>
          <a:xfrm>
            <a:off x="534561" y="2041841"/>
            <a:ext cx="5444819" cy="3269955"/>
          </a:xfrm>
          <a:prstGeom prst="rect">
            <a:avLst/>
          </a:prstGeom>
        </p:spPr>
      </p:pic>
      <p:pic>
        <p:nvPicPr>
          <p:cNvPr id="5" name="Picture 4">
            <a:extLst>
              <a:ext uri="{FF2B5EF4-FFF2-40B4-BE49-F238E27FC236}">
                <a16:creationId xmlns:a16="http://schemas.microsoft.com/office/drawing/2014/main" id="{90C1FFB4-D6A1-6632-7D1D-479ECD16ED1A}"/>
              </a:ext>
            </a:extLst>
          </p:cNvPr>
          <p:cNvPicPr>
            <a:picLocks noChangeAspect="1"/>
          </p:cNvPicPr>
          <p:nvPr/>
        </p:nvPicPr>
        <p:blipFill>
          <a:blip r:embed="rId3"/>
          <a:stretch>
            <a:fillRect/>
          </a:stretch>
        </p:blipFill>
        <p:spPr>
          <a:xfrm>
            <a:off x="5979380" y="2171399"/>
            <a:ext cx="6087968" cy="3010838"/>
          </a:xfrm>
          <a:prstGeom prst="rect">
            <a:avLst/>
          </a:prstGeom>
        </p:spPr>
      </p:pic>
    </p:spTree>
    <p:extLst>
      <p:ext uri="{BB962C8B-B14F-4D97-AF65-F5344CB8AC3E}">
        <p14:creationId xmlns:p14="http://schemas.microsoft.com/office/powerpoint/2010/main" val="2498182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557B7-899F-5410-EC9A-80464471C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DD76A-5D64-4214-1FE8-A7BB4148C1DD}"/>
              </a:ext>
            </a:extLst>
          </p:cNvPr>
          <p:cNvSpPr>
            <a:spLocks noGrp="1"/>
          </p:cNvSpPr>
          <p:nvPr>
            <p:ph type="title"/>
          </p:nvPr>
        </p:nvSpPr>
        <p:spPr/>
        <p:txBody>
          <a:bodyPr/>
          <a:lstStyle/>
          <a:p>
            <a:r>
              <a:rPr lang="en-US" dirty="0"/>
              <a:t>1 Introduction</a:t>
            </a:r>
            <a:br>
              <a:rPr lang="en-US" dirty="0"/>
            </a:br>
            <a:r>
              <a:rPr lang="en-US" sz="1600" dirty="0"/>
              <a:t>Vision for Digitalization and AI Usage</a:t>
            </a:r>
            <a:endParaRPr lang="en-US" dirty="0"/>
          </a:p>
        </p:txBody>
      </p:sp>
      <p:sp>
        <p:nvSpPr>
          <p:cNvPr id="152" name="TextBox 151">
            <a:extLst>
              <a:ext uri="{FF2B5EF4-FFF2-40B4-BE49-F238E27FC236}">
                <a16:creationId xmlns:a16="http://schemas.microsoft.com/office/drawing/2014/main" id="{115ACCDF-0369-6E77-624D-F57DA369D443}"/>
              </a:ext>
            </a:extLst>
          </p:cNvPr>
          <p:cNvSpPr txBox="1"/>
          <p:nvPr/>
        </p:nvSpPr>
        <p:spPr>
          <a:xfrm>
            <a:off x="6410408" y="2382376"/>
            <a:ext cx="4482879" cy="584775"/>
          </a:xfrm>
          <a:prstGeom prst="rect">
            <a:avLst/>
          </a:prstGeom>
          <a:noFill/>
        </p:spPr>
        <p:txBody>
          <a:bodyPr wrap="square">
            <a:spAutoFit/>
          </a:bodyPr>
          <a:lstStyle/>
          <a:p>
            <a:r>
              <a:rPr lang="en-US" sz="1600" dirty="0">
                <a:solidFill>
                  <a:schemeClr val="accent2"/>
                </a:solidFill>
              </a:rPr>
              <a:t>Machine-Vision-based automatic Gas Insulated Switchgear (GIS) inspection</a:t>
            </a:r>
          </a:p>
        </p:txBody>
      </p:sp>
      <p:pic>
        <p:nvPicPr>
          <p:cNvPr id="154" name="Picture 153">
            <a:extLst>
              <a:ext uri="{FF2B5EF4-FFF2-40B4-BE49-F238E27FC236}">
                <a16:creationId xmlns:a16="http://schemas.microsoft.com/office/drawing/2014/main" id="{A18848C7-AF58-D7F2-6692-FA1C424B2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1780" y="3236180"/>
            <a:ext cx="4120764" cy="2747176"/>
          </a:xfrm>
          <a:prstGeom prst="rect">
            <a:avLst/>
          </a:prstGeom>
        </p:spPr>
      </p:pic>
      <p:pic>
        <p:nvPicPr>
          <p:cNvPr id="156" name="Picture 155">
            <a:extLst>
              <a:ext uri="{FF2B5EF4-FFF2-40B4-BE49-F238E27FC236}">
                <a16:creationId xmlns:a16="http://schemas.microsoft.com/office/drawing/2014/main" id="{B6607C41-FAC0-E05D-B019-14CA307BBE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159" y="3236180"/>
            <a:ext cx="4120764" cy="2747176"/>
          </a:xfrm>
          <a:prstGeom prst="rect">
            <a:avLst/>
          </a:prstGeom>
        </p:spPr>
      </p:pic>
      <p:sp>
        <p:nvSpPr>
          <p:cNvPr id="5" name="TextBox 4">
            <a:extLst>
              <a:ext uri="{FF2B5EF4-FFF2-40B4-BE49-F238E27FC236}">
                <a16:creationId xmlns:a16="http://schemas.microsoft.com/office/drawing/2014/main" id="{60B5A910-D278-2615-FC7D-04DDCD5A9E97}"/>
              </a:ext>
            </a:extLst>
          </p:cNvPr>
          <p:cNvSpPr txBox="1"/>
          <p:nvPr/>
        </p:nvSpPr>
        <p:spPr>
          <a:xfrm>
            <a:off x="1008159" y="2382376"/>
            <a:ext cx="4120764" cy="584775"/>
          </a:xfrm>
          <a:prstGeom prst="rect">
            <a:avLst/>
          </a:prstGeom>
          <a:noFill/>
        </p:spPr>
        <p:txBody>
          <a:bodyPr wrap="square">
            <a:spAutoFit/>
          </a:bodyPr>
          <a:lstStyle/>
          <a:p>
            <a:r>
              <a:rPr lang="en-US" sz="1600" dirty="0">
                <a:solidFill>
                  <a:schemeClr val="accent2"/>
                </a:solidFill>
              </a:rPr>
              <a:t>AI-assisted information summarization and key point extraction</a:t>
            </a:r>
          </a:p>
        </p:txBody>
      </p:sp>
      <p:sp>
        <p:nvSpPr>
          <p:cNvPr id="7" name="TextBox 6">
            <a:extLst>
              <a:ext uri="{FF2B5EF4-FFF2-40B4-BE49-F238E27FC236}">
                <a16:creationId xmlns:a16="http://schemas.microsoft.com/office/drawing/2014/main" id="{DE07785E-3BEB-9AC9-17DE-8620D21789C2}"/>
              </a:ext>
            </a:extLst>
          </p:cNvPr>
          <p:cNvSpPr txBox="1"/>
          <p:nvPr/>
        </p:nvSpPr>
        <p:spPr>
          <a:xfrm>
            <a:off x="1008159" y="1398367"/>
            <a:ext cx="4120764" cy="830997"/>
          </a:xfrm>
          <a:prstGeom prst="rect">
            <a:avLst/>
          </a:prstGeom>
          <a:noFill/>
        </p:spPr>
        <p:txBody>
          <a:bodyPr wrap="square">
            <a:spAutoFit/>
          </a:bodyPr>
          <a:lstStyle/>
          <a:p>
            <a:r>
              <a:rPr lang="en-US" sz="1600" dirty="0">
                <a:solidFill>
                  <a:schemeClr val="accent2"/>
                </a:solidFill>
              </a:rPr>
              <a:t>A</a:t>
            </a:r>
            <a:r>
              <a:rPr lang="en-US" altLang="zh-CN" sz="1600" dirty="0">
                <a:solidFill>
                  <a:schemeClr val="accent2"/>
                </a:solidFill>
              </a:rPr>
              <a:t>utomation of file</a:t>
            </a:r>
            <a:r>
              <a:rPr lang="en-US" sz="1600" dirty="0">
                <a:solidFill>
                  <a:schemeClr val="accent2"/>
                </a:solidFill>
              </a:rPr>
              <a:t> organization, storage, and completeness verification throughout the quality control process</a:t>
            </a:r>
          </a:p>
        </p:txBody>
      </p:sp>
      <p:sp>
        <p:nvSpPr>
          <p:cNvPr id="9" name="TextBox 8">
            <a:extLst>
              <a:ext uri="{FF2B5EF4-FFF2-40B4-BE49-F238E27FC236}">
                <a16:creationId xmlns:a16="http://schemas.microsoft.com/office/drawing/2014/main" id="{03F6E98E-21F2-E4DA-E110-62103134FCBA}"/>
              </a:ext>
            </a:extLst>
          </p:cNvPr>
          <p:cNvSpPr txBox="1"/>
          <p:nvPr/>
        </p:nvSpPr>
        <p:spPr>
          <a:xfrm>
            <a:off x="6410407" y="1454026"/>
            <a:ext cx="4482879" cy="584775"/>
          </a:xfrm>
          <a:prstGeom prst="rect">
            <a:avLst/>
          </a:prstGeom>
          <a:noFill/>
        </p:spPr>
        <p:txBody>
          <a:bodyPr wrap="square">
            <a:spAutoFit/>
          </a:bodyPr>
          <a:lstStyle/>
          <a:p>
            <a:r>
              <a:rPr lang="en-US" sz="1600" dirty="0">
                <a:solidFill>
                  <a:schemeClr val="accent2"/>
                </a:solidFill>
              </a:rPr>
              <a:t>AI-assisted screening and abnormality warning of quality inspection record</a:t>
            </a:r>
          </a:p>
        </p:txBody>
      </p:sp>
      <p:sp>
        <p:nvSpPr>
          <p:cNvPr id="11" name="Rectangle 10">
            <a:extLst>
              <a:ext uri="{FF2B5EF4-FFF2-40B4-BE49-F238E27FC236}">
                <a16:creationId xmlns:a16="http://schemas.microsoft.com/office/drawing/2014/main" id="{E7B49AB7-98E1-29D9-527B-74B1EE96788E}"/>
              </a:ext>
            </a:extLst>
          </p:cNvPr>
          <p:cNvSpPr/>
          <p:nvPr/>
        </p:nvSpPr>
        <p:spPr>
          <a:xfrm>
            <a:off x="616640" y="1621333"/>
            <a:ext cx="321862" cy="385064"/>
          </a:xfrm>
          <a:prstGeom prst="rect">
            <a:avLst/>
          </a:prstGeom>
          <a:gradFill flip="none" rotWithShape="1">
            <a:gsLst>
              <a:gs pos="0">
                <a:schemeClr val="accent2">
                  <a:alpha val="80000"/>
                </a:schemeClr>
              </a:gs>
              <a:gs pos="7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bg1"/>
                </a:solidFill>
                <a:latin typeface="Times New Roman" panose="02020603050405020304" pitchFamily="18" charset="0"/>
                <a:cs typeface="Times New Roman" panose="02020603050405020304" pitchFamily="18" charset="0"/>
              </a:rPr>
              <a:t>1</a:t>
            </a:r>
          </a:p>
        </p:txBody>
      </p:sp>
      <p:sp>
        <p:nvSpPr>
          <p:cNvPr id="13" name="Rectangle 12">
            <a:extLst>
              <a:ext uri="{FF2B5EF4-FFF2-40B4-BE49-F238E27FC236}">
                <a16:creationId xmlns:a16="http://schemas.microsoft.com/office/drawing/2014/main" id="{DF7A1845-A880-CB1B-BDB1-E4203E676DB3}"/>
              </a:ext>
            </a:extLst>
          </p:cNvPr>
          <p:cNvSpPr/>
          <p:nvPr/>
        </p:nvSpPr>
        <p:spPr>
          <a:xfrm>
            <a:off x="616640" y="2391295"/>
            <a:ext cx="321862" cy="385064"/>
          </a:xfrm>
          <a:prstGeom prst="rect">
            <a:avLst/>
          </a:prstGeom>
          <a:gradFill flip="none" rotWithShape="1">
            <a:gsLst>
              <a:gs pos="0">
                <a:schemeClr val="accent2">
                  <a:alpha val="80000"/>
                </a:schemeClr>
              </a:gs>
              <a:gs pos="7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bg1"/>
                </a:solidFill>
                <a:latin typeface="Times New Roman" panose="02020603050405020304" pitchFamily="18" charset="0"/>
                <a:cs typeface="Times New Roman" panose="02020603050405020304" pitchFamily="18" charset="0"/>
              </a:rPr>
              <a:t>2</a:t>
            </a:r>
          </a:p>
        </p:txBody>
      </p:sp>
      <p:sp>
        <p:nvSpPr>
          <p:cNvPr id="15" name="Rectangle 14">
            <a:extLst>
              <a:ext uri="{FF2B5EF4-FFF2-40B4-BE49-F238E27FC236}">
                <a16:creationId xmlns:a16="http://schemas.microsoft.com/office/drawing/2014/main" id="{0276A4FE-E8BA-A0B8-DE64-12A935D89E7A}"/>
              </a:ext>
            </a:extLst>
          </p:cNvPr>
          <p:cNvSpPr/>
          <p:nvPr/>
        </p:nvSpPr>
        <p:spPr>
          <a:xfrm>
            <a:off x="6048294" y="1581578"/>
            <a:ext cx="321862" cy="385064"/>
          </a:xfrm>
          <a:prstGeom prst="rect">
            <a:avLst/>
          </a:prstGeom>
          <a:gradFill flip="none" rotWithShape="1">
            <a:gsLst>
              <a:gs pos="0">
                <a:schemeClr val="accent2">
                  <a:alpha val="80000"/>
                </a:schemeClr>
              </a:gs>
              <a:gs pos="7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bg1"/>
                </a:solidFill>
                <a:latin typeface="Times New Roman" panose="02020603050405020304" pitchFamily="18" charset="0"/>
                <a:cs typeface="Times New Roman" panose="02020603050405020304" pitchFamily="18" charset="0"/>
              </a:rPr>
              <a:t>3</a:t>
            </a:r>
          </a:p>
        </p:txBody>
      </p:sp>
      <p:sp>
        <p:nvSpPr>
          <p:cNvPr id="17" name="Rectangle 16">
            <a:extLst>
              <a:ext uri="{FF2B5EF4-FFF2-40B4-BE49-F238E27FC236}">
                <a16:creationId xmlns:a16="http://schemas.microsoft.com/office/drawing/2014/main" id="{B03599D7-CDC5-2D08-4A54-F521E622C164}"/>
              </a:ext>
            </a:extLst>
          </p:cNvPr>
          <p:cNvSpPr/>
          <p:nvPr/>
        </p:nvSpPr>
        <p:spPr>
          <a:xfrm>
            <a:off x="6048294" y="2351540"/>
            <a:ext cx="321862" cy="385064"/>
          </a:xfrm>
          <a:prstGeom prst="rect">
            <a:avLst/>
          </a:prstGeom>
          <a:gradFill flip="none" rotWithShape="1">
            <a:gsLst>
              <a:gs pos="0">
                <a:schemeClr val="accent2">
                  <a:alpha val="80000"/>
                </a:schemeClr>
              </a:gs>
              <a:gs pos="7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bg1"/>
                </a:solidFill>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1612611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9EFF1-C305-6EDA-6D06-B73242569347}"/>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92DB0A27-8D0A-C101-3EED-250E3D91B091}"/>
              </a:ext>
            </a:extLst>
          </p:cNvPr>
          <p:cNvSpPr>
            <a:spLocks noGrp="1"/>
          </p:cNvSpPr>
          <p:nvPr>
            <p:ph type="title"/>
          </p:nvPr>
        </p:nvSpPr>
        <p:spPr>
          <a:xfrm>
            <a:off x="1" y="1"/>
            <a:ext cx="9659938" cy="1320800"/>
          </a:xfrm>
        </p:spPr>
        <p:txBody>
          <a:bodyPr/>
          <a:lstStyle/>
          <a:p>
            <a:r>
              <a:rPr lang="en-US" dirty="0"/>
              <a:t>Table of Contents</a:t>
            </a:r>
            <a:endParaRPr lang="en-US" noProof="0" dirty="0"/>
          </a:p>
        </p:txBody>
      </p:sp>
      <p:cxnSp>
        <p:nvCxnSpPr>
          <p:cNvPr id="6" name="Line 1">
            <a:extLst>
              <a:ext uri="{FF2B5EF4-FFF2-40B4-BE49-F238E27FC236}">
                <a16:creationId xmlns:a16="http://schemas.microsoft.com/office/drawing/2014/main" id="{676ED377-A1A5-5667-0784-A15960AE8D2E}"/>
              </a:ext>
            </a:extLst>
          </p:cNvPr>
          <p:cNvCxnSpPr/>
          <p:nvPr/>
        </p:nvCxnSpPr>
        <p:spPr>
          <a:xfrm>
            <a:off x="627063"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39" name="Chapter 2">
            <a:extLst>
              <a:ext uri="{FF2B5EF4-FFF2-40B4-BE49-F238E27FC236}">
                <a16:creationId xmlns:a16="http://schemas.microsoft.com/office/drawing/2014/main" id="{422C6D1B-777D-9179-8640-0BC698AE808E}"/>
              </a:ext>
            </a:extLst>
          </p:cNvPr>
          <p:cNvSpPr>
            <a:spLocks noGrp="1"/>
          </p:cNvSpPr>
          <p:nvPr>
            <p:ph sz="quarter" idx="17"/>
          </p:nvPr>
        </p:nvSpPr>
        <p:spPr>
          <a:xfrm>
            <a:off x="2930732" y="3373160"/>
            <a:ext cx="2160000" cy="2016000"/>
          </a:xfrm>
        </p:spPr>
        <p:txBody>
          <a:bodyPr/>
          <a:lstStyle/>
          <a:p>
            <a:r>
              <a:rPr lang="en-US" dirty="0">
                <a:solidFill>
                  <a:schemeClr val="accent3"/>
                </a:solidFill>
              </a:rPr>
              <a:t>2</a:t>
            </a:r>
          </a:p>
          <a:p>
            <a:pPr lvl="1"/>
            <a:r>
              <a:rPr lang="en-US" dirty="0">
                <a:solidFill>
                  <a:schemeClr val="accent3"/>
                </a:solidFill>
              </a:rPr>
              <a:t>Background</a:t>
            </a:r>
          </a:p>
        </p:txBody>
      </p:sp>
      <p:cxnSp>
        <p:nvCxnSpPr>
          <p:cNvPr id="27" name="Line 2">
            <a:extLst>
              <a:ext uri="{FF2B5EF4-FFF2-40B4-BE49-F238E27FC236}">
                <a16:creationId xmlns:a16="http://schemas.microsoft.com/office/drawing/2014/main" id="{43A2A247-F26F-90B6-CE98-E219F0C85D8D}"/>
              </a:ext>
            </a:extLst>
          </p:cNvPr>
          <p:cNvCxnSpPr/>
          <p:nvPr/>
        </p:nvCxnSpPr>
        <p:spPr>
          <a:xfrm>
            <a:off x="2930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54" name="Chapter 3">
            <a:extLst>
              <a:ext uri="{FF2B5EF4-FFF2-40B4-BE49-F238E27FC236}">
                <a16:creationId xmlns:a16="http://schemas.microsoft.com/office/drawing/2014/main" id="{CB806F56-9D87-0268-3E4D-D4E66CA18F88}"/>
              </a:ext>
            </a:extLst>
          </p:cNvPr>
          <p:cNvSpPr>
            <a:spLocks noGrp="1"/>
          </p:cNvSpPr>
          <p:nvPr>
            <p:ph sz="quarter" idx="18"/>
          </p:nvPr>
        </p:nvSpPr>
        <p:spPr>
          <a:xfrm>
            <a:off x="5234400" y="3373160"/>
            <a:ext cx="2160000" cy="2016000"/>
          </a:xfrm>
        </p:spPr>
        <p:txBody>
          <a:bodyPr/>
          <a:lstStyle/>
          <a:p>
            <a:r>
              <a:rPr lang="en-US" dirty="0"/>
              <a:t>3</a:t>
            </a:r>
          </a:p>
          <a:p>
            <a:pPr lvl="1"/>
            <a:r>
              <a:rPr lang="en-US" dirty="0"/>
              <a:t>Project Progress</a:t>
            </a:r>
          </a:p>
        </p:txBody>
      </p:sp>
      <p:cxnSp>
        <p:nvCxnSpPr>
          <p:cNvPr id="28" name="Line 3">
            <a:extLst>
              <a:ext uri="{FF2B5EF4-FFF2-40B4-BE49-F238E27FC236}">
                <a16:creationId xmlns:a16="http://schemas.microsoft.com/office/drawing/2014/main" id="{B8FF30D3-CCEF-2898-9123-82BB594105B6}"/>
              </a:ext>
            </a:extLst>
          </p:cNvPr>
          <p:cNvCxnSpPr/>
          <p:nvPr/>
        </p:nvCxnSpPr>
        <p:spPr>
          <a:xfrm>
            <a:off x="5234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7" name="Chapter 4">
            <a:extLst>
              <a:ext uri="{FF2B5EF4-FFF2-40B4-BE49-F238E27FC236}">
                <a16:creationId xmlns:a16="http://schemas.microsoft.com/office/drawing/2014/main" id="{5AB84FEA-99CF-DCD1-5C78-35A517DCC3EE}"/>
              </a:ext>
            </a:extLst>
          </p:cNvPr>
          <p:cNvSpPr txBox="1">
            <a:spLocks/>
          </p:cNvSpPr>
          <p:nvPr/>
        </p:nvSpPr>
        <p:spPr>
          <a:xfrm>
            <a:off x="7538068" y="3373160"/>
            <a:ext cx="2160000" cy="2016000"/>
          </a:xfrm>
          <a:prstGeom prst="rect">
            <a:avLst/>
          </a:prstGeom>
        </p:spPr>
        <p:txBody>
          <a:bodyPr vert="horz" lIns="180000" tIns="108000" rIns="0" bIns="0" rtlCol="0">
            <a:noAutofit/>
          </a:bodyPr>
          <a:lstStyle>
            <a:lvl1pPr marL="0" indent="0" algn="l" defTabSz="914400" rtl="0" eaLnBrk="1" latinLnBrk="0" hangingPunct="1">
              <a:lnSpc>
                <a:spcPct val="90000"/>
              </a:lnSpc>
              <a:spcBef>
                <a:spcPts val="0"/>
              </a:spcBef>
              <a:spcAft>
                <a:spcPts val="1500"/>
              </a:spcAft>
              <a:buFont typeface="Arial" panose="020B0604020202020204" pitchFamily="34" charset="0"/>
              <a:buNone/>
              <a:defRPr sz="7200" b="1" kern="1200">
                <a:solidFill>
                  <a:schemeClr val="tx1"/>
                </a:solidFill>
                <a:latin typeface="Times New Roman" panose="02020603050405020304" pitchFamily="18" charset="0"/>
                <a:ea typeface="+mn-ea"/>
                <a:cs typeface="Times New Roman" panose="02020603050405020304" pitchFamily="18" charset="0"/>
              </a:defRPr>
            </a:lvl1pPr>
            <a:lvl2pPr marL="0" indent="0" algn="l" defTabSz="914400" rtl="0" eaLnBrk="1" latinLnBrk="0" hangingPunct="1">
              <a:lnSpc>
                <a:spcPct val="110000"/>
              </a:lnSpc>
              <a:spcBef>
                <a:spcPts val="0"/>
              </a:spcBef>
              <a:buClr>
                <a:schemeClr val="accent2"/>
              </a:buClr>
              <a:buFont typeface="Arial" panose="020B0604020202020204" pitchFamily="34" charset="0"/>
              <a:buNone/>
              <a:defRPr sz="1800" b="1" kern="1200">
                <a:solidFill>
                  <a:schemeClr val="tx1"/>
                </a:solidFill>
                <a:latin typeface="+mn-lt"/>
                <a:ea typeface="+mn-ea"/>
                <a:cs typeface="+mn-cs"/>
              </a:defRPr>
            </a:lvl2pPr>
            <a:lvl3pPr marL="0" indent="0" algn="l" defTabSz="914400" rtl="0" eaLnBrk="1" latinLnBrk="0" hangingPunct="1">
              <a:lnSpc>
                <a:spcPct val="110000"/>
              </a:lnSpc>
              <a:spcBef>
                <a:spcPts val="0"/>
              </a:spcBef>
              <a:buClr>
                <a:schemeClr val="accent2"/>
              </a:buClr>
              <a:buFont typeface="Arial" panose="020B0604020202020204" pitchFamily="34" charset="0"/>
              <a:buNone/>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p>
          <a:p>
            <a:pPr lvl="1"/>
            <a:r>
              <a:rPr lang="en-US"/>
              <a:t>Other Projects</a:t>
            </a:r>
            <a:endParaRPr lang="en-US" dirty="0"/>
          </a:p>
        </p:txBody>
      </p:sp>
      <p:cxnSp>
        <p:nvCxnSpPr>
          <p:cNvPr id="8" name="Line 4">
            <a:extLst>
              <a:ext uri="{FF2B5EF4-FFF2-40B4-BE49-F238E27FC236}">
                <a16:creationId xmlns:a16="http://schemas.microsoft.com/office/drawing/2014/main" id="{F83B5E65-BE97-7E58-5DBD-2C883F206CE1}"/>
              </a:ext>
            </a:extLst>
          </p:cNvPr>
          <p:cNvCxnSpPr/>
          <p:nvPr/>
        </p:nvCxnSpPr>
        <p:spPr>
          <a:xfrm>
            <a:off x="7538068"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15" name="Chapter 2">
            <a:extLst>
              <a:ext uri="{FF2B5EF4-FFF2-40B4-BE49-F238E27FC236}">
                <a16:creationId xmlns:a16="http://schemas.microsoft.com/office/drawing/2014/main" id="{789D6731-50F7-0BC4-90C4-197050873F1F}"/>
              </a:ext>
            </a:extLst>
          </p:cNvPr>
          <p:cNvSpPr>
            <a:spLocks noGrp="1"/>
          </p:cNvSpPr>
          <p:nvPr>
            <p:ph type="body" sz="quarter" idx="16"/>
          </p:nvPr>
        </p:nvSpPr>
        <p:spPr>
          <a:xfrm>
            <a:off x="627063" y="3373160"/>
            <a:ext cx="2160587" cy="2016125"/>
          </a:xfrm>
        </p:spPr>
        <p:txBody>
          <a:bodyPr/>
          <a:lstStyle/>
          <a:p>
            <a:r>
              <a:rPr lang="en-US" dirty="0"/>
              <a:t>1</a:t>
            </a:r>
          </a:p>
          <a:p>
            <a:pPr lvl="1"/>
            <a:r>
              <a:rPr lang="en-US" dirty="0"/>
              <a:t>Introduction</a:t>
            </a:r>
          </a:p>
        </p:txBody>
      </p:sp>
    </p:spTree>
    <p:extLst>
      <p:ext uri="{BB962C8B-B14F-4D97-AF65-F5344CB8AC3E}">
        <p14:creationId xmlns:p14="http://schemas.microsoft.com/office/powerpoint/2010/main" val="348726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EA059-7B3F-D150-1958-A052DC61420D}"/>
              </a:ext>
            </a:extLst>
          </p:cNvPr>
          <p:cNvSpPr>
            <a:spLocks noGrp="1"/>
          </p:cNvSpPr>
          <p:nvPr>
            <p:ph type="title"/>
          </p:nvPr>
        </p:nvSpPr>
        <p:spPr/>
        <p:txBody>
          <a:bodyPr/>
          <a:lstStyle/>
          <a:p>
            <a:r>
              <a:rPr lang="en-US" dirty="0"/>
              <a:t>2 Background:</a:t>
            </a:r>
            <a:br>
              <a:rPr lang="en-US" dirty="0"/>
            </a:br>
            <a:r>
              <a:rPr lang="en-US" sz="1600" dirty="0"/>
              <a:t>Current Project: Generating Final Control Report with </a:t>
            </a:r>
            <a:r>
              <a:rPr lang="en-US" sz="1600" dirty="0" err="1"/>
              <a:t>Rokid</a:t>
            </a:r>
            <a:r>
              <a:rPr lang="en-US" sz="1600" dirty="0"/>
              <a:t> Glasses</a:t>
            </a:r>
            <a:br>
              <a:rPr lang="en-US" dirty="0"/>
            </a:br>
            <a:endParaRPr lang="en-US" dirty="0"/>
          </a:p>
        </p:txBody>
      </p:sp>
      <p:sp>
        <p:nvSpPr>
          <p:cNvPr id="4" name="Content Placeholder 3">
            <a:extLst>
              <a:ext uri="{FF2B5EF4-FFF2-40B4-BE49-F238E27FC236}">
                <a16:creationId xmlns:a16="http://schemas.microsoft.com/office/drawing/2014/main" id="{BA041684-8523-49ED-5887-D6D2842F48FA}"/>
              </a:ext>
            </a:extLst>
          </p:cNvPr>
          <p:cNvSpPr>
            <a:spLocks noGrp="1"/>
          </p:cNvSpPr>
          <p:nvPr>
            <p:ph sz="quarter" idx="10"/>
          </p:nvPr>
        </p:nvSpPr>
        <p:spPr>
          <a:xfrm>
            <a:off x="4852988" y="1106452"/>
            <a:ext cx="6861175" cy="5582215"/>
          </a:xfrm>
        </p:spPr>
        <p:txBody>
          <a:bodyPr/>
          <a:lstStyle/>
          <a:p>
            <a:r>
              <a:rPr lang="en-US" sz="2000" b="1" dirty="0"/>
              <a:t>Overview</a:t>
            </a:r>
          </a:p>
          <a:p>
            <a:pPr marL="285750" indent="-285750">
              <a:buFontTx/>
              <a:buChar char="-"/>
            </a:pPr>
            <a:r>
              <a:rPr lang="en-US" dirty="0"/>
              <a:t>The scope of Outgoing Quality Control (OQC) includes </a:t>
            </a:r>
            <a:r>
              <a:rPr lang="en-US" altLang="zh-CN" dirty="0"/>
              <a:t>a</a:t>
            </a:r>
            <a:r>
              <a:rPr lang="en-US" dirty="0"/>
              <a:t>ll outgoing GIS and modules, reproduction modules/components and pre-assembly modules in SHVS factory.</a:t>
            </a:r>
          </a:p>
          <a:p>
            <a:pPr marL="285750" indent="-285750">
              <a:buFontTx/>
              <a:buChar char="-"/>
            </a:pPr>
            <a:r>
              <a:rPr lang="en-US" dirty="0"/>
              <a:t>OQC is the final quality gate before packaging and shipping, mainly focused on surface finish, </a:t>
            </a:r>
            <a:r>
              <a:rPr lang="en-US" altLang="zh-CN" dirty="0"/>
              <a:t>structural conformance with the drawing,</a:t>
            </a:r>
            <a:r>
              <a:rPr lang="zh-CN" altLang="en-US" dirty="0"/>
              <a:t> </a:t>
            </a:r>
            <a:r>
              <a:rPr lang="en-US" altLang="zh-CN" dirty="0"/>
              <a:t>etc..</a:t>
            </a:r>
            <a:endParaRPr lang="en-US" dirty="0"/>
          </a:p>
          <a:p>
            <a:pPr marL="285750" indent="-285750">
              <a:buFontTx/>
              <a:buChar char="-"/>
            </a:pPr>
            <a:r>
              <a:rPr lang="en-US" dirty="0"/>
              <a:t>Final Control Report </a:t>
            </a:r>
            <a:r>
              <a:rPr lang="en-US" b="1" dirty="0"/>
              <a:t>(FCR) </a:t>
            </a:r>
            <a:r>
              <a:rPr lang="en-US" dirty="0"/>
              <a:t>serves as a record of inspection and will be </a:t>
            </a:r>
            <a:r>
              <a:rPr lang="en-US" altLang="zh-CN" dirty="0"/>
              <a:t>archived</a:t>
            </a:r>
            <a:r>
              <a:rPr lang="en-US" dirty="0"/>
              <a:t> for 25 years.</a:t>
            </a:r>
          </a:p>
          <a:p>
            <a:endParaRPr lang="en-US" dirty="0"/>
          </a:p>
          <a:p>
            <a:r>
              <a:rPr lang="en-US" sz="2000" b="1" dirty="0"/>
              <a:t>State of art / Pain points</a:t>
            </a:r>
          </a:p>
          <a:p>
            <a:pPr marL="285750" indent="-285750">
              <a:buFontTx/>
              <a:buChar char="-"/>
            </a:pPr>
            <a:r>
              <a:rPr lang="en-US" dirty="0"/>
              <a:t>FCR is still done manually.</a:t>
            </a:r>
          </a:p>
          <a:p>
            <a:pPr marL="285750" indent="-285750">
              <a:buFontTx/>
              <a:buChar char="-"/>
            </a:pPr>
            <a:r>
              <a:rPr lang="en-US" dirty="0"/>
              <a:t>Image record and file management always takes up a lot of time.</a:t>
            </a:r>
          </a:p>
          <a:p>
            <a:endParaRPr lang="en-US" dirty="0"/>
          </a:p>
          <a:p>
            <a:r>
              <a:rPr lang="en-US" sz="2000" b="1" dirty="0"/>
              <a:t>T</a:t>
            </a:r>
            <a:r>
              <a:rPr lang="en-US" altLang="zh-CN" sz="2000" b="1" dirty="0"/>
              <a:t>arget:</a:t>
            </a:r>
          </a:p>
          <a:p>
            <a:pPr marL="285750" indent="-285750">
              <a:buFontTx/>
              <a:buChar char="-"/>
            </a:pPr>
            <a:r>
              <a:rPr lang="en-US" dirty="0"/>
              <a:t>Automation in generating the FCR.</a:t>
            </a:r>
          </a:p>
          <a:p>
            <a:pPr marL="285750" indent="-285750">
              <a:buFontTx/>
              <a:buChar char="-"/>
            </a:pPr>
            <a:r>
              <a:rPr lang="en-US" dirty="0"/>
              <a:t>Image capture with the help of the glasses.</a:t>
            </a:r>
          </a:p>
          <a:p>
            <a:pPr marL="285750" indent="-285750">
              <a:buFontTx/>
              <a:buChar char="-"/>
            </a:pPr>
            <a:r>
              <a:rPr lang="en-US" dirty="0"/>
              <a:t>Automated document archiving.</a:t>
            </a:r>
          </a:p>
          <a:p>
            <a:endParaRPr lang="en-US" dirty="0"/>
          </a:p>
        </p:txBody>
      </p:sp>
      <p:pic>
        <p:nvPicPr>
          <p:cNvPr id="8" name="Content Placeholder 7">
            <a:extLst>
              <a:ext uri="{FF2B5EF4-FFF2-40B4-BE49-F238E27FC236}">
                <a16:creationId xmlns:a16="http://schemas.microsoft.com/office/drawing/2014/main" id="{B75A16AC-12F4-19E7-0979-D70D37FDF42E}"/>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287131" y="707232"/>
            <a:ext cx="3688490" cy="5078109"/>
          </a:xfrm>
          <a:prstGeom prst="rect">
            <a:avLst/>
          </a:prstGeom>
          <a:ln>
            <a:solidFill>
              <a:schemeClr val="accent4"/>
            </a:solidFill>
          </a:ln>
        </p:spPr>
      </p:pic>
      <p:sp>
        <p:nvSpPr>
          <p:cNvPr id="3" name="TextBox 2">
            <a:extLst>
              <a:ext uri="{FF2B5EF4-FFF2-40B4-BE49-F238E27FC236}">
                <a16:creationId xmlns:a16="http://schemas.microsoft.com/office/drawing/2014/main" id="{B4EB51F1-CEBA-B901-6B56-88CEA76F8922}"/>
              </a:ext>
            </a:extLst>
          </p:cNvPr>
          <p:cNvSpPr txBox="1"/>
          <p:nvPr/>
        </p:nvSpPr>
        <p:spPr>
          <a:xfrm>
            <a:off x="740064" y="5864521"/>
            <a:ext cx="2782624" cy="286247"/>
          </a:xfrm>
          <a:prstGeom prst="rect">
            <a:avLst/>
          </a:prstGeom>
          <a:noFill/>
        </p:spPr>
        <p:txBody>
          <a:bodyPr wrap="square" lIns="0" tIns="0" rIns="0" bIns="0" rtlCol="0">
            <a:noAutofit/>
          </a:bodyPr>
          <a:lstStyle/>
          <a:p>
            <a:pPr algn="l"/>
            <a:r>
              <a:rPr lang="en-US" sz="1200" dirty="0">
                <a:solidFill>
                  <a:schemeClr val="bg1"/>
                </a:solidFill>
              </a:rPr>
              <a:t>Image: Example of a final control report</a:t>
            </a:r>
          </a:p>
        </p:txBody>
      </p:sp>
    </p:spTree>
    <p:extLst>
      <p:ext uri="{BB962C8B-B14F-4D97-AF65-F5344CB8AC3E}">
        <p14:creationId xmlns:p14="http://schemas.microsoft.com/office/powerpoint/2010/main" val="3087703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2E5333B-9677-6966-EE6D-26AA71742C81}"/>
              </a:ext>
            </a:extLst>
          </p:cNvPr>
          <p:cNvSpPr/>
          <p:nvPr/>
        </p:nvSpPr>
        <p:spPr>
          <a:xfrm>
            <a:off x="6394915" y="90486"/>
            <a:ext cx="3537354" cy="3552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(Arrival of devices in final control area)</a:t>
            </a:r>
          </a:p>
        </p:txBody>
      </p:sp>
      <p:sp>
        <p:nvSpPr>
          <p:cNvPr id="6" name="Rectangle 5">
            <a:extLst>
              <a:ext uri="{FF2B5EF4-FFF2-40B4-BE49-F238E27FC236}">
                <a16:creationId xmlns:a16="http://schemas.microsoft.com/office/drawing/2014/main" id="{37DB2095-3476-54E1-C34E-25296AD6A6EB}"/>
              </a:ext>
            </a:extLst>
          </p:cNvPr>
          <p:cNvSpPr/>
          <p:nvPr/>
        </p:nvSpPr>
        <p:spPr>
          <a:xfrm>
            <a:off x="6227449" y="870071"/>
            <a:ext cx="3872285" cy="5298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Go through all Inspection items. </a:t>
            </a:r>
          </a:p>
          <a:p>
            <a:pPr algn="ctr"/>
            <a:r>
              <a:rPr lang="en-US" sz="1400" dirty="0">
                <a:solidFill>
                  <a:schemeClr val="tx1"/>
                </a:solidFill>
              </a:rPr>
              <a:t>Are there any quality issues?</a:t>
            </a:r>
          </a:p>
        </p:txBody>
      </p:sp>
      <p:sp>
        <p:nvSpPr>
          <p:cNvPr id="8" name="Rectangle 7">
            <a:extLst>
              <a:ext uri="{FF2B5EF4-FFF2-40B4-BE49-F238E27FC236}">
                <a16:creationId xmlns:a16="http://schemas.microsoft.com/office/drawing/2014/main" id="{B0EE6832-6023-6338-F7F8-B586B414DF22}"/>
              </a:ext>
            </a:extLst>
          </p:cNvPr>
          <p:cNvSpPr/>
          <p:nvPr/>
        </p:nvSpPr>
        <p:spPr>
          <a:xfrm>
            <a:off x="7362986" y="512857"/>
            <a:ext cx="1601212" cy="2765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Inspection start</a:t>
            </a:r>
          </a:p>
        </p:txBody>
      </p:sp>
      <p:sp>
        <p:nvSpPr>
          <p:cNvPr id="10" name="Rectangle 9">
            <a:extLst>
              <a:ext uri="{FF2B5EF4-FFF2-40B4-BE49-F238E27FC236}">
                <a16:creationId xmlns:a16="http://schemas.microsoft.com/office/drawing/2014/main" id="{5896C679-B748-5526-B37E-2C8405E96121}"/>
              </a:ext>
            </a:extLst>
          </p:cNvPr>
          <p:cNvSpPr/>
          <p:nvPr/>
        </p:nvSpPr>
        <p:spPr>
          <a:xfrm>
            <a:off x="5917095" y="1801927"/>
            <a:ext cx="2502519" cy="6837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Problem report:</a:t>
            </a:r>
          </a:p>
          <a:p>
            <a:pPr algn="ctr"/>
            <a:r>
              <a:rPr lang="en-US" sz="1400" dirty="0">
                <a:solidFill>
                  <a:schemeClr val="tx1"/>
                </a:solidFill>
              </a:rPr>
              <a:t>Take photos and report it to Quality team</a:t>
            </a:r>
          </a:p>
        </p:txBody>
      </p:sp>
      <p:sp>
        <p:nvSpPr>
          <p:cNvPr id="17" name="Rectangle 16">
            <a:extLst>
              <a:ext uri="{FF2B5EF4-FFF2-40B4-BE49-F238E27FC236}">
                <a16:creationId xmlns:a16="http://schemas.microsoft.com/office/drawing/2014/main" id="{40D74BF6-F349-9BDF-80CA-A6B824AB8C08}"/>
              </a:ext>
            </a:extLst>
          </p:cNvPr>
          <p:cNvSpPr/>
          <p:nvPr/>
        </p:nvSpPr>
        <p:spPr>
          <a:xfrm>
            <a:off x="5917095" y="3081355"/>
            <a:ext cx="2502519" cy="4922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Corrective measure by corresponding department</a:t>
            </a:r>
          </a:p>
        </p:txBody>
      </p:sp>
      <p:sp>
        <p:nvSpPr>
          <p:cNvPr id="19" name="Rectangle 18">
            <a:extLst>
              <a:ext uri="{FF2B5EF4-FFF2-40B4-BE49-F238E27FC236}">
                <a16:creationId xmlns:a16="http://schemas.microsoft.com/office/drawing/2014/main" id="{8E244D11-B8D4-FE4B-B409-1C781373F4AA}"/>
              </a:ext>
            </a:extLst>
          </p:cNvPr>
          <p:cNvSpPr/>
          <p:nvPr/>
        </p:nvSpPr>
        <p:spPr>
          <a:xfrm>
            <a:off x="5917095" y="2641112"/>
            <a:ext cx="2502519" cy="2765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Root cause definition</a:t>
            </a:r>
          </a:p>
        </p:txBody>
      </p:sp>
      <p:sp>
        <p:nvSpPr>
          <p:cNvPr id="22" name="Rectangle 21">
            <a:extLst>
              <a:ext uri="{FF2B5EF4-FFF2-40B4-BE49-F238E27FC236}">
                <a16:creationId xmlns:a16="http://schemas.microsoft.com/office/drawing/2014/main" id="{E556C2E1-A636-DC3E-05B0-22E7692B0565}"/>
              </a:ext>
            </a:extLst>
          </p:cNvPr>
          <p:cNvSpPr/>
          <p:nvPr/>
        </p:nvSpPr>
        <p:spPr>
          <a:xfrm>
            <a:off x="5917092" y="3715506"/>
            <a:ext cx="2502519" cy="4654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Has the Corrective measure taken effect?</a:t>
            </a:r>
          </a:p>
        </p:txBody>
      </p:sp>
      <p:sp>
        <p:nvSpPr>
          <p:cNvPr id="24" name="Rectangle 23">
            <a:extLst>
              <a:ext uri="{FF2B5EF4-FFF2-40B4-BE49-F238E27FC236}">
                <a16:creationId xmlns:a16="http://schemas.microsoft.com/office/drawing/2014/main" id="{1E33BDFA-82A1-6411-3981-A1D0D4468C9A}"/>
              </a:ext>
            </a:extLst>
          </p:cNvPr>
          <p:cNvSpPr/>
          <p:nvPr/>
        </p:nvSpPr>
        <p:spPr>
          <a:xfrm>
            <a:off x="6782462" y="4455383"/>
            <a:ext cx="2502519" cy="6580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a:t>
            </a:r>
            <a:r>
              <a:rPr lang="en-US" altLang="zh-CN" sz="1400" dirty="0">
                <a:solidFill>
                  <a:schemeClr val="tx1"/>
                </a:solidFill>
              </a:rPr>
              <a:t>epair process documentation in Monthly Report</a:t>
            </a:r>
            <a:endParaRPr lang="en-US" sz="1400" dirty="0">
              <a:solidFill>
                <a:schemeClr val="tx1"/>
              </a:solidFill>
            </a:endParaRPr>
          </a:p>
        </p:txBody>
      </p:sp>
      <p:sp>
        <p:nvSpPr>
          <p:cNvPr id="27" name="Rectangle 26">
            <a:extLst>
              <a:ext uri="{FF2B5EF4-FFF2-40B4-BE49-F238E27FC236}">
                <a16:creationId xmlns:a16="http://schemas.microsoft.com/office/drawing/2014/main" id="{409EF0BF-CC18-5ACB-1D79-4DEDA2FBD374}"/>
              </a:ext>
            </a:extLst>
          </p:cNvPr>
          <p:cNvSpPr/>
          <p:nvPr/>
        </p:nvSpPr>
        <p:spPr>
          <a:xfrm>
            <a:off x="3284699" y="5160592"/>
            <a:ext cx="2502519"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Start inspection again for other transportation cells</a:t>
            </a:r>
          </a:p>
        </p:txBody>
      </p:sp>
      <p:sp>
        <p:nvSpPr>
          <p:cNvPr id="29" name="Rectangle 28">
            <a:extLst>
              <a:ext uri="{FF2B5EF4-FFF2-40B4-BE49-F238E27FC236}">
                <a16:creationId xmlns:a16="http://schemas.microsoft.com/office/drawing/2014/main" id="{75208ACC-025E-AB8C-09A7-F2EB60C6A163}"/>
              </a:ext>
            </a:extLst>
          </p:cNvPr>
          <p:cNvSpPr/>
          <p:nvPr/>
        </p:nvSpPr>
        <p:spPr>
          <a:xfrm>
            <a:off x="6782458" y="5999847"/>
            <a:ext cx="2502519" cy="7081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Take photos of final state and document it in Final Control Report (FCR)</a:t>
            </a:r>
          </a:p>
        </p:txBody>
      </p:sp>
      <p:sp>
        <p:nvSpPr>
          <p:cNvPr id="31" name="Rectangle 30">
            <a:extLst>
              <a:ext uri="{FF2B5EF4-FFF2-40B4-BE49-F238E27FC236}">
                <a16:creationId xmlns:a16="http://schemas.microsoft.com/office/drawing/2014/main" id="{4B66B67B-BC5E-B6C9-01E4-5D83F84E6087}"/>
              </a:ext>
            </a:extLst>
          </p:cNvPr>
          <p:cNvSpPr/>
          <p:nvPr/>
        </p:nvSpPr>
        <p:spPr>
          <a:xfrm>
            <a:off x="3724928" y="6212487"/>
            <a:ext cx="2502519" cy="2765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Packaging and Shipping</a:t>
            </a:r>
          </a:p>
        </p:txBody>
      </p:sp>
      <p:sp>
        <p:nvSpPr>
          <p:cNvPr id="33" name="Rectangle 32">
            <a:extLst>
              <a:ext uri="{FF2B5EF4-FFF2-40B4-BE49-F238E27FC236}">
                <a16:creationId xmlns:a16="http://schemas.microsoft.com/office/drawing/2014/main" id="{0AC3FDD8-E930-7895-F9EB-B901C29082F3}"/>
              </a:ext>
            </a:extLst>
          </p:cNvPr>
          <p:cNvSpPr/>
          <p:nvPr/>
        </p:nvSpPr>
        <p:spPr>
          <a:xfrm>
            <a:off x="6782461" y="5298858"/>
            <a:ext cx="2502519" cy="4101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All transportation cells inspected?</a:t>
            </a:r>
          </a:p>
        </p:txBody>
      </p:sp>
      <p:sp>
        <p:nvSpPr>
          <p:cNvPr id="35" name="Rectangle 34">
            <a:extLst>
              <a:ext uri="{FF2B5EF4-FFF2-40B4-BE49-F238E27FC236}">
                <a16:creationId xmlns:a16="http://schemas.microsoft.com/office/drawing/2014/main" id="{9DE43AA8-A822-7FD7-5612-88BD20EAB5D5}"/>
              </a:ext>
            </a:extLst>
          </p:cNvPr>
          <p:cNvSpPr/>
          <p:nvPr/>
        </p:nvSpPr>
        <p:spPr>
          <a:xfrm>
            <a:off x="6938682" y="1356512"/>
            <a:ext cx="1601212"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Yes</a:t>
            </a:r>
          </a:p>
        </p:txBody>
      </p:sp>
      <p:sp>
        <p:nvSpPr>
          <p:cNvPr id="37" name="Rectangle 36">
            <a:extLst>
              <a:ext uri="{FF2B5EF4-FFF2-40B4-BE49-F238E27FC236}">
                <a16:creationId xmlns:a16="http://schemas.microsoft.com/office/drawing/2014/main" id="{4E6A3DCF-6273-A401-A299-6BD361F75549}"/>
              </a:ext>
            </a:extLst>
          </p:cNvPr>
          <p:cNvSpPr/>
          <p:nvPr/>
        </p:nvSpPr>
        <p:spPr>
          <a:xfrm>
            <a:off x="8549488" y="1364390"/>
            <a:ext cx="1601212"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a:t>
            </a:r>
          </a:p>
        </p:txBody>
      </p:sp>
      <p:sp>
        <p:nvSpPr>
          <p:cNvPr id="39" name="Rectangle 38">
            <a:extLst>
              <a:ext uri="{FF2B5EF4-FFF2-40B4-BE49-F238E27FC236}">
                <a16:creationId xmlns:a16="http://schemas.microsoft.com/office/drawing/2014/main" id="{B9F041FF-49D6-639E-118A-31898DE85F7C}"/>
              </a:ext>
            </a:extLst>
          </p:cNvPr>
          <p:cNvSpPr/>
          <p:nvPr/>
        </p:nvSpPr>
        <p:spPr>
          <a:xfrm>
            <a:off x="3284699" y="2787377"/>
            <a:ext cx="2502519"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Go back to problem report</a:t>
            </a:r>
          </a:p>
        </p:txBody>
      </p:sp>
      <p:sp>
        <p:nvSpPr>
          <p:cNvPr id="41" name="Rectangle 40">
            <a:extLst>
              <a:ext uri="{FF2B5EF4-FFF2-40B4-BE49-F238E27FC236}">
                <a16:creationId xmlns:a16="http://schemas.microsoft.com/office/drawing/2014/main" id="{60E5E881-5078-4C51-E5A0-A65D5CCB7775}"/>
              </a:ext>
            </a:extLst>
          </p:cNvPr>
          <p:cNvSpPr/>
          <p:nvPr/>
        </p:nvSpPr>
        <p:spPr>
          <a:xfrm>
            <a:off x="7457819" y="4168325"/>
            <a:ext cx="1601212"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Yes</a:t>
            </a:r>
          </a:p>
        </p:txBody>
      </p:sp>
      <p:sp>
        <p:nvSpPr>
          <p:cNvPr id="43" name="Rectangle 42">
            <a:extLst>
              <a:ext uri="{FF2B5EF4-FFF2-40B4-BE49-F238E27FC236}">
                <a16:creationId xmlns:a16="http://schemas.microsoft.com/office/drawing/2014/main" id="{21444BF7-A37B-4608-E4A4-A8C759EF8762}"/>
              </a:ext>
            </a:extLst>
          </p:cNvPr>
          <p:cNvSpPr/>
          <p:nvPr/>
        </p:nvSpPr>
        <p:spPr>
          <a:xfrm>
            <a:off x="4976188" y="3935439"/>
            <a:ext cx="1601212"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a:t>
            </a:r>
          </a:p>
        </p:txBody>
      </p:sp>
      <p:sp>
        <p:nvSpPr>
          <p:cNvPr id="45" name="Rectangle 44">
            <a:extLst>
              <a:ext uri="{FF2B5EF4-FFF2-40B4-BE49-F238E27FC236}">
                <a16:creationId xmlns:a16="http://schemas.microsoft.com/office/drawing/2014/main" id="{A5F8AC3B-F97F-CB0F-B234-7167E3743B59}"/>
              </a:ext>
            </a:extLst>
          </p:cNvPr>
          <p:cNvSpPr/>
          <p:nvPr/>
        </p:nvSpPr>
        <p:spPr>
          <a:xfrm>
            <a:off x="7457819" y="5725398"/>
            <a:ext cx="1601212"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Yes</a:t>
            </a:r>
          </a:p>
        </p:txBody>
      </p:sp>
      <p:sp>
        <p:nvSpPr>
          <p:cNvPr id="47" name="Rectangle 46">
            <a:extLst>
              <a:ext uri="{FF2B5EF4-FFF2-40B4-BE49-F238E27FC236}">
                <a16:creationId xmlns:a16="http://schemas.microsoft.com/office/drawing/2014/main" id="{72F3A9BC-8224-F5C9-3310-60094A958BDA}"/>
              </a:ext>
            </a:extLst>
          </p:cNvPr>
          <p:cNvSpPr/>
          <p:nvPr/>
        </p:nvSpPr>
        <p:spPr>
          <a:xfrm>
            <a:off x="5776794" y="5259772"/>
            <a:ext cx="1601212" cy="276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a:t>
            </a:r>
          </a:p>
        </p:txBody>
      </p:sp>
      <p:cxnSp>
        <p:nvCxnSpPr>
          <p:cNvPr id="55" name="Connector: Elbow 54">
            <a:extLst>
              <a:ext uri="{FF2B5EF4-FFF2-40B4-BE49-F238E27FC236}">
                <a16:creationId xmlns:a16="http://schemas.microsoft.com/office/drawing/2014/main" id="{992E6EFA-C559-6EFD-D577-12828A212A02}"/>
              </a:ext>
            </a:extLst>
          </p:cNvPr>
          <p:cNvCxnSpPr>
            <a:stCxn id="6" idx="2"/>
            <a:endCxn id="33" idx="3"/>
          </p:cNvCxnSpPr>
          <p:nvPr/>
        </p:nvCxnSpPr>
        <p:spPr>
          <a:xfrm rot="16200000" flipH="1">
            <a:off x="6672260" y="2891222"/>
            <a:ext cx="4104052" cy="1121388"/>
          </a:xfrm>
          <a:prstGeom prst="bentConnector4">
            <a:avLst>
              <a:gd name="adj1" fmla="val 5071"/>
              <a:gd name="adj2" fmla="val 19304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9" name="Connector: Elbow 58">
            <a:extLst>
              <a:ext uri="{FF2B5EF4-FFF2-40B4-BE49-F238E27FC236}">
                <a16:creationId xmlns:a16="http://schemas.microsoft.com/office/drawing/2014/main" id="{62AE9B1A-902F-FF37-767A-94D671316A61}"/>
              </a:ext>
            </a:extLst>
          </p:cNvPr>
          <p:cNvCxnSpPr>
            <a:cxnSpLocks/>
            <a:stCxn id="6" idx="2"/>
            <a:endCxn id="10" idx="0"/>
          </p:cNvCxnSpPr>
          <p:nvPr/>
        </p:nvCxnSpPr>
        <p:spPr>
          <a:xfrm rot="5400000">
            <a:off x="7464956" y="1103290"/>
            <a:ext cx="402037" cy="995237"/>
          </a:xfrm>
          <a:prstGeom prst="bentConnector3">
            <a:avLst>
              <a:gd name="adj1" fmla="val 51978"/>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66" name="Straight Arrow Connector 65">
            <a:extLst>
              <a:ext uri="{FF2B5EF4-FFF2-40B4-BE49-F238E27FC236}">
                <a16:creationId xmlns:a16="http://schemas.microsoft.com/office/drawing/2014/main" id="{12052E44-CEA3-22C3-3BF4-7C1D270CA05B}"/>
              </a:ext>
            </a:extLst>
          </p:cNvPr>
          <p:cNvCxnSpPr>
            <a:stCxn id="10" idx="2"/>
            <a:endCxn id="19" idx="0"/>
          </p:cNvCxnSpPr>
          <p:nvPr/>
        </p:nvCxnSpPr>
        <p:spPr>
          <a:xfrm>
            <a:off x="7168355" y="2485649"/>
            <a:ext cx="0" cy="15546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68" name="Straight Arrow Connector 67">
            <a:extLst>
              <a:ext uri="{FF2B5EF4-FFF2-40B4-BE49-F238E27FC236}">
                <a16:creationId xmlns:a16="http://schemas.microsoft.com/office/drawing/2014/main" id="{84B93F07-7436-82BB-F507-16343EBEB81E}"/>
              </a:ext>
            </a:extLst>
          </p:cNvPr>
          <p:cNvCxnSpPr>
            <a:stCxn id="19" idx="2"/>
            <a:endCxn id="17" idx="0"/>
          </p:cNvCxnSpPr>
          <p:nvPr/>
        </p:nvCxnSpPr>
        <p:spPr>
          <a:xfrm>
            <a:off x="7168355" y="2917643"/>
            <a:ext cx="0" cy="16371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70" name="Straight Arrow Connector 69">
            <a:extLst>
              <a:ext uri="{FF2B5EF4-FFF2-40B4-BE49-F238E27FC236}">
                <a16:creationId xmlns:a16="http://schemas.microsoft.com/office/drawing/2014/main" id="{6F108846-A11C-FEE9-85D9-8C3F1B4BE502}"/>
              </a:ext>
            </a:extLst>
          </p:cNvPr>
          <p:cNvCxnSpPr>
            <a:stCxn id="17" idx="2"/>
            <a:endCxn id="22" idx="0"/>
          </p:cNvCxnSpPr>
          <p:nvPr/>
        </p:nvCxnSpPr>
        <p:spPr>
          <a:xfrm flipH="1">
            <a:off x="7168352" y="3573579"/>
            <a:ext cx="3" cy="14192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72" name="Connector: Elbow 71">
            <a:extLst>
              <a:ext uri="{FF2B5EF4-FFF2-40B4-BE49-F238E27FC236}">
                <a16:creationId xmlns:a16="http://schemas.microsoft.com/office/drawing/2014/main" id="{3D7C7FDC-C110-39C2-B10A-51967C95CAEE}"/>
              </a:ext>
            </a:extLst>
          </p:cNvPr>
          <p:cNvCxnSpPr>
            <a:stCxn id="22" idx="2"/>
            <a:endCxn id="24" idx="0"/>
          </p:cNvCxnSpPr>
          <p:nvPr/>
        </p:nvCxnSpPr>
        <p:spPr>
          <a:xfrm rot="16200000" flipH="1">
            <a:off x="7463840" y="3885500"/>
            <a:ext cx="274395" cy="865370"/>
          </a:xfrm>
          <a:prstGeom prst="bentConnector3">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75" name="Straight Arrow Connector 74">
            <a:extLst>
              <a:ext uri="{FF2B5EF4-FFF2-40B4-BE49-F238E27FC236}">
                <a16:creationId xmlns:a16="http://schemas.microsoft.com/office/drawing/2014/main" id="{99192FE3-6FD4-9FDC-BA17-9D60179A56BB}"/>
              </a:ext>
            </a:extLst>
          </p:cNvPr>
          <p:cNvCxnSpPr>
            <a:stCxn id="24" idx="2"/>
            <a:endCxn id="33" idx="0"/>
          </p:cNvCxnSpPr>
          <p:nvPr/>
        </p:nvCxnSpPr>
        <p:spPr>
          <a:xfrm flipH="1">
            <a:off x="8033721" y="5113429"/>
            <a:ext cx="1" cy="18542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77" name="Connector: Elbow 76">
            <a:extLst>
              <a:ext uri="{FF2B5EF4-FFF2-40B4-BE49-F238E27FC236}">
                <a16:creationId xmlns:a16="http://schemas.microsoft.com/office/drawing/2014/main" id="{EE6C1BC0-E1E5-BF39-9E7F-DD8C06292BC1}"/>
              </a:ext>
            </a:extLst>
          </p:cNvPr>
          <p:cNvCxnSpPr>
            <a:stCxn id="33" idx="1"/>
            <a:endCxn id="6" idx="1"/>
          </p:cNvCxnSpPr>
          <p:nvPr/>
        </p:nvCxnSpPr>
        <p:spPr>
          <a:xfrm rot="10800000">
            <a:off x="6227449" y="1134982"/>
            <a:ext cx="555012" cy="4368961"/>
          </a:xfrm>
          <a:prstGeom prst="bentConnector3">
            <a:avLst>
              <a:gd name="adj1" fmla="val 666965"/>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89" name="Connector: Elbow 88">
            <a:extLst>
              <a:ext uri="{FF2B5EF4-FFF2-40B4-BE49-F238E27FC236}">
                <a16:creationId xmlns:a16="http://schemas.microsoft.com/office/drawing/2014/main" id="{9B9DB3F4-511D-75F8-1B01-3A93E721461A}"/>
              </a:ext>
            </a:extLst>
          </p:cNvPr>
          <p:cNvCxnSpPr>
            <a:stCxn id="22" idx="1"/>
            <a:endCxn id="10" idx="1"/>
          </p:cNvCxnSpPr>
          <p:nvPr/>
        </p:nvCxnSpPr>
        <p:spPr>
          <a:xfrm rot="10800000" flipH="1">
            <a:off x="5917091" y="2143789"/>
            <a:ext cx="3" cy="1804459"/>
          </a:xfrm>
          <a:prstGeom prst="bentConnector3">
            <a:avLst>
              <a:gd name="adj1" fmla="val -7620000000"/>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93" name="Straight Arrow Connector 92">
            <a:extLst>
              <a:ext uri="{FF2B5EF4-FFF2-40B4-BE49-F238E27FC236}">
                <a16:creationId xmlns:a16="http://schemas.microsoft.com/office/drawing/2014/main" id="{A8CC4AAD-90DE-6F4D-C275-7861E37FB626}"/>
              </a:ext>
            </a:extLst>
          </p:cNvPr>
          <p:cNvCxnSpPr>
            <a:cxnSpLocks/>
            <a:stCxn id="33" idx="2"/>
            <a:endCxn id="29" idx="0"/>
          </p:cNvCxnSpPr>
          <p:nvPr/>
        </p:nvCxnSpPr>
        <p:spPr>
          <a:xfrm flipH="1">
            <a:off x="8033718" y="5709026"/>
            <a:ext cx="3" cy="290821"/>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4" name="Straight Arrow Connector 103">
            <a:extLst>
              <a:ext uri="{FF2B5EF4-FFF2-40B4-BE49-F238E27FC236}">
                <a16:creationId xmlns:a16="http://schemas.microsoft.com/office/drawing/2014/main" id="{874A22C3-2D6E-65F9-F692-68FBB8885BCC}"/>
              </a:ext>
            </a:extLst>
          </p:cNvPr>
          <p:cNvCxnSpPr>
            <a:stCxn id="29" idx="1"/>
            <a:endCxn id="31" idx="3"/>
          </p:cNvCxnSpPr>
          <p:nvPr/>
        </p:nvCxnSpPr>
        <p:spPr>
          <a:xfrm flipH="1" flipV="1">
            <a:off x="6227447" y="6350753"/>
            <a:ext cx="555011" cy="317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06" name="Title 1">
            <a:extLst>
              <a:ext uri="{FF2B5EF4-FFF2-40B4-BE49-F238E27FC236}">
                <a16:creationId xmlns:a16="http://schemas.microsoft.com/office/drawing/2014/main" id="{05BEB46A-BC29-43CC-8391-B69956028B49}"/>
              </a:ext>
            </a:extLst>
          </p:cNvPr>
          <p:cNvSpPr>
            <a:spLocks noGrp="1"/>
          </p:cNvSpPr>
          <p:nvPr>
            <p:ph type="title"/>
          </p:nvPr>
        </p:nvSpPr>
        <p:spPr/>
        <p:txBody>
          <a:bodyPr/>
          <a:lstStyle/>
          <a:p>
            <a:r>
              <a:rPr lang="en-US" dirty="0"/>
              <a:t>2 Background</a:t>
            </a:r>
            <a:br>
              <a:rPr lang="en-US" dirty="0"/>
            </a:br>
            <a:r>
              <a:rPr lang="en-US" sz="1600" dirty="0"/>
              <a:t>Workflow of Final Quality Control</a:t>
            </a:r>
            <a:endParaRPr lang="en-US" dirty="0"/>
          </a:p>
        </p:txBody>
      </p:sp>
      <p:cxnSp>
        <p:nvCxnSpPr>
          <p:cNvPr id="4" name="Straight Arrow Connector 3">
            <a:extLst>
              <a:ext uri="{FF2B5EF4-FFF2-40B4-BE49-F238E27FC236}">
                <a16:creationId xmlns:a16="http://schemas.microsoft.com/office/drawing/2014/main" id="{5AAE10C0-D33E-2CC6-88E8-46556138A63B}"/>
              </a:ext>
            </a:extLst>
          </p:cNvPr>
          <p:cNvCxnSpPr>
            <a:stCxn id="3" idx="2"/>
            <a:endCxn id="8" idx="0"/>
          </p:cNvCxnSpPr>
          <p:nvPr/>
        </p:nvCxnSpPr>
        <p:spPr>
          <a:xfrm>
            <a:off x="8163592" y="445764"/>
            <a:ext cx="0" cy="6709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 name="Straight Arrow Connector 6">
            <a:extLst>
              <a:ext uri="{FF2B5EF4-FFF2-40B4-BE49-F238E27FC236}">
                <a16:creationId xmlns:a16="http://schemas.microsoft.com/office/drawing/2014/main" id="{503E4F76-4C1B-6459-41DE-76D2DBB146AA}"/>
              </a:ext>
            </a:extLst>
          </p:cNvPr>
          <p:cNvCxnSpPr>
            <a:stCxn id="8" idx="2"/>
            <a:endCxn id="6" idx="0"/>
          </p:cNvCxnSpPr>
          <p:nvPr/>
        </p:nvCxnSpPr>
        <p:spPr>
          <a:xfrm>
            <a:off x="8163592" y="789388"/>
            <a:ext cx="0" cy="8068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542353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352F-CBB2-E92B-7333-756ABE0BF16A}"/>
              </a:ext>
            </a:extLst>
          </p:cNvPr>
          <p:cNvSpPr>
            <a:spLocks noGrp="1"/>
          </p:cNvSpPr>
          <p:nvPr>
            <p:ph type="title"/>
          </p:nvPr>
        </p:nvSpPr>
        <p:spPr/>
        <p:txBody>
          <a:bodyPr/>
          <a:lstStyle/>
          <a:p>
            <a:r>
              <a:rPr lang="en-US" dirty="0"/>
              <a:t>2 Background: </a:t>
            </a:r>
            <a:br>
              <a:rPr lang="en-US" dirty="0"/>
            </a:br>
            <a:r>
              <a:rPr lang="en-US" sz="1600" dirty="0" err="1"/>
              <a:t>Rokid</a:t>
            </a:r>
            <a:r>
              <a:rPr lang="en-US" sz="1600" dirty="0"/>
              <a:t> AI Glasses</a:t>
            </a:r>
            <a:endParaRPr lang="en-US" dirty="0"/>
          </a:p>
        </p:txBody>
      </p:sp>
      <p:pic>
        <p:nvPicPr>
          <p:cNvPr id="3" name="Content Placeholder 19">
            <a:extLst>
              <a:ext uri="{FF2B5EF4-FFF2-40B4-BE49-F238E27FC236}">
                <a16:creationId xmlns:a16="http://schemas.microsoft.com/office/drawing/2014/main" id="{56D492BE-7FF0-2B82-ACD8-B97C01A6288E}"/>
              </a:ext>
            </a:extLst>
          </p:cNvPr>
          <p:cNvPicPr>
            <a:picLocks noChangeAspect="1"/>
          </p:cNvPicPr>
          <p:nvPr/>
        </p:nvPicPr>
        <p:blipFill>
          <a:blip r:embed="rId3"/>
          <a:stretch>
            <a:fillRect/>
          </a:stretch>
        </p:blipFill>
        <p:spPr>
          <a:xfrm>
            <a:off x="533176" y="2770862"/>
            <a:ext cx="3200847" cy="2610214"/>
          </a:xfrm>
          <a:prstGeom prst="rect">
            <a:avLst/>
          </a:prstGeom>
        </p:spPr>
      </p:pic>
      <p:sp>
        <p:nvSpPr>
          <p:cNvPr id="4" name="TextBox 3">
            <a:extLst>
              <a:ext uri="{FF2B5EF4-FFF2-40B4-BE49-F238E27FC236}">
                <a16:creationId xmlns:a16="http://schemas.microsoft.com/office/drawing/2014/main" id="{8E3EC198-3D1B-7688-CD09-164C836AA895}"/>
              </a:ext>
            </a:extLst>
          </p:cNvPr>
          <p:cNvSpPr txBox="1"/>
          <p:nvPr/>
        </p:nvSpPr>
        <p:spPr>
          <a:xfrm>
            <a:off x="729158" y="5254983"/>
            <a:ext cx="2808884" cy="523220"/>
          </a:xfrm>
          <a:prstGeom prst="rect">
            <a:avLst/>
          </a:prstGeom>
          <a:noFill/>
        </p:spPr>
        <p:txBody>
          <a:bodyPr wrap="square">
            <a:spAutoFit/>
          </a:bodyPr>
          <a:lstStyle/>
          <a:p>
            <a:r>
              <a:rPr lang="en-US" sz="1600" dirty="0">
                <a:solidFill>
                  <a:schemeClr val="accent2"/>
                </a:solidFill>
              </a:rPr>
              <a:t>Specifications:</a:t>
            </a:r>
          </a:p>
          <a:p>
            <a:r>
              <a:rPr lang="en-US" sz="1200" dirty="0">
                <a:solidFill>
                  <a:schemeClr val="accent2"/>
                </a:solidFill>
                <a:hlinkClick r:id="rId4">
                  <a:extLst>
                    <a:ext uri="{A12FA001-AC4F-418D-AE19-62706E023703}">
                      <ahyp:hlinkClr xmlns:ahyp="http://schemas.microsoft.com/office/drawing/2018/hyperlinkcolor" val="tx"/>
                    </a:ext>
                  </a:extLst>
                </a:hlinkClick>
              </a:rPr>
              <a:t>https://open.rokid.com/sprite?lang=en</a:t>
            </a:r>
            <a:endParaRPr lang="en-US" sz="1200" dirty="0">
              <a:solidFill>
                <a:schemeClr val="accent2"/>
              </a:solidFill>
            </a:endParaRPr>
          </a:p>
        </p:txBody>
      </p:sp>
      <p:sp>
        <p:nvSpPr>
          <p:cNvPr id="5" name="TextBox 4">
            <a:extLst>
              <a:ext uri="{FF2B5EF4-FFF2-40B4-BE49-F238E27FC236}">
                <a16:creationId xmlns:a16="http://schemas.microsoft.com/office/drawing/2014/main" id="{85D8A918-5438-293B-5444-870FFFB3CC6C}"/>
              </a:ext>
            </a:extLst>
          </p:cNvPr>
          <p:cNvSpPr txBox="1"/>
          <p:nvPr/>
        </p:nvSpPr>
        <p:spPr>
          <a:xfrm>
            <a:off x="4812017" y="2157593"/>
            <a:ext cx="2049448" cy="369332"/>
          </a:xfrm>
          <a:prstGeom prst="rect">
            <a:avLst/>
          </a:prstGeom>
          <a:noFill/>
        </p:spPr>
        <p:txBody>
          <a:bodyPr wrap="square">
            <a:spAutoFit/>
          </a:bodyPr>
          <a:lstStyle/>
          <a:p>
            <a:pPr algn="ctr"/>
            <a:r>
              <a:rPr lang="en-US" sz="1800" dirty="0">
                <a:solidFill>
                  <a:schemeClr val="accent2"/>
                </a:solidFill>
              </a:rPr>
              <a:t>Main Functions</a:t>
            </a:r>
          </a:p>
        </p:txBody>
      </p:sp>
      <p:sp>
        <p:nvSpPr>
          <p:cNvPr id="6" name="Chapter 2">
            <a:extLst>
              <a:ext uri="{FF2B5EF4-FFF2-40B4-BE49-F238E27FC236}">
                <a16:creationId xmlns:a16="http://schemas.microsoft.com/office/drawing/2014/main" id="{E412D2E9-FB08-9143-9CFD-275636B1641F}"/>
              </a:ext>
            </a:extLst>
          </p:cNvPr>
          <p:cNvSpPr txBox="1">
            <a:spLocks/>
          </p:cNvSpPr>
          <p:nvPr/>
        </p:nvSpPr>
        <p:spPr>
          <a:xfrm>
            <a:off x="4072777" y="2866757"/>
            <a:ext cx="1785644" cy="1045749"/>
          </a:xfrm>
          <a:prstGeom prst="roundRect">
            <a:avLst/>
          </a:prstGeom>
          <a:gradFill>
            <a:gsLst>
              <a:gs pos="0">
                <a:schemeClr val="accent2"/>
              </a:gs>
              <a:gs pos="70000">
                <a:schemeClr val="tx2"/>
              </a:gs>
            </a:gsLst>
            <a:lin ang="13500000" scaled="1"/>
          </a:gradFill>
        </p:spPr>
        <p:txBody>
          <a:bodyPr/>
          <a:lstStyle>
            <a:lvl1pPr marL="0" indent="0" algn="l" defTabSz="914400" rtl="0" eaLnBrk="1" latinLnBrk="0" hangingPunct="1">
              <a:lnSpc>
                <a:spcPct val="110000"/>
              </a:lnSpc>
              <a:spcBef>
                <a:spcPts val="0"/>
              </a:spcBef>
              <a:buFont typeface="Arial" panose="020B0604020202020204" pitchFamily="34" charset="0"/>
              <a:buNone/>
              <a:defRPr sz="1800" b="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solidFill>
                  <a:schemeClr val="bg1"/>
                </a:solidFill>
                <a:latin typeface="+mj-lt"/>
              </a:rPr>
              <a:t>1</a:t>
            </a:r>
          </a:p>
          <a:p>
            <a:r>
              <a:rPr lang="en-US" sz="2000" dirty="0">
                <a:solidFill>
                  <a:schemeClr val="bg1"/>
                </a:solidFill>
                <a:latin typeface="+mj-lt"/>
              </a:rPr>
              <a:t>Camera</a:t>
            </a:r>
          </a:p>
        </p:txBody>
      </p:sp>
      <p:sp>
        <p:nvSpPr>
          <p:cNvPr id="7" name="Chapter 2">
            <a:extLst>
              <a:ext uri="{FF2B5EF4-FFF2-40B4-BE49-F238E27FC236}">
                <a16:creationId xmlns:a16="http://schemas.microsoft.com/office/drawing/2014/main" id="{0D2EB41E-C382-39D8-9A58-DD21EB3A8B0D}"/>
              </a:ext>
            </a:extLst>
          </p:cNvPr>
          <p:cNvSpPr txBox="1">
            <a:spLocks/>
          </p:cNvSpPr>
          <p:nvPr/>
        </p:nvSpPr>
        <p:spPr>
          <a:xfrm>
            <a:off x="6020625" y="2866757"/>
            <a:ext cx="1785644" cy="1045749"/>
          </a:xfrm>
          <a:prstGeom prst="roundRect">
            <a:avLst/>
          </a:prstGeom>
          <a:gradFill>
            <a:gsLst>
              <a:gs pos="0">
                <a:schemeClr val="accent2"/>
              </a:gs>
              <a:gs pos="70000">
                <a:schemeClr val="tx2"/>
              </a:gs>
            </a:gsLst>
            <a:lin ang="13500000" scaled="1"/>
          </a:gradFill>
        </p:spPr>
        <p:txBody>
          <a:bodyPr/>
          <a:lstStyle>
            <a:lvl1pPr marL="0" indent="0" algn="l" defTabSz="914400" rtl="0" eaLnBrk="1" latinLnBrk="0" hangingPunct="1">
              <a:lnSpc>
                <a:spcPct val="110000"/>
              </a:lnSpc>
              <a:spcBef>
                <a:spcPts val="0"/>
              </a:spcBef>
              <a:buFont typeface="Arial" panose="020B0604020202020204" pitchFamily="34" charset="0"/>
              <a:buNone/>
              <a:defRPr sz="1800" b="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solidFill>
                  <a:schemeClr val="bg1"/>
                </a:solidFill>
                <a:latin typeface="+mj-lt"/>
              </a:rPr>
              <a:t>2</a:t>
            </a:r>
          </a:p>
          <a:p>
            <a:r>
              <a:rPr lang="en-US" sz="2000" dirty="0">
                <a:solidFill>
                  <a:schemeClr val="bg1"/>
                </a:solidFill>
                <a:latin typeface="+mj-lt"/>
              </a:rPr>
              <a:t>Microphone</a:t>
            </a:r>
          </a:p>
        </p:txBody>
      </p:sp>
      <p:sp>
        <p:nvSpPr>
          <p:cNvPr id="8" name="Chapter 2">
            <a:extLst>
              <a:ext uri="{FF2B5EF4-FFF2-40B4-BE49-F238E27FC236}">
                <a16:creationId xmlns:a16="http://schemas.microsoft.com/office/drawing/2014/main" id="{26294E86-C70A-1D89-541D-D701B6C2CD92}"/>
              </a:ext>
            </a:extLst>
          </p:cNvPr>
          <p:cNvSpPr txBox="1">
            <a:spLocks/>
          </p:cNvSpPr>
          <p:nvPr/>
        </p:nvSpPr>
        <p:spPr>
          <a:xfrm>
            <a:off x="4072777" y="4031431"/>
            <a:ext cx="1785644" cy="1045749"/>
          </a:xfrm>
          <a:prstGeom prst="roundRect">
            <a:avLst/>
          </a:prstGeom>
          <a:gradFill>
            <a:gsLst>
              <a:gs pos="0">
                <a:schemeClr val="accent2"/>
              </a:gs>
              <a:gs pos="70000">
                <a:schemeClr val="tx2"/>
              </a:gs>
            </a:gsLst>
            <a:lin ang="13500000" scaled="1"/>
          </a:gradFill>
        </p:spPr>
        <p:txBody>
          <a:bodyPr/>
          <a:lstStyle>
            <a:lvl1pPr marL="0" indent="0" algn="l" defTabSz="914400" rtl="0" eaLnBrk="1" latinLnBrk="0" hangingPunct="1">
              <a:lnSpc>
                <a:spcPct val="110000"/>
              </a:lnSpc>
              <a:spcBef>
                <a:spcPts val="0"/>
              </a:spcBef>
              <a:buFont typeface="Arial" panose="020B0604020202020204" pitchFamily="34" charset="0"/>
              <a:buNone/>
              <a:defRPr sz="1800" b="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solidFill>
                  <a:schemeClr val="bg1"/>
                </a:solidFill>
                <a:latin typeface="+mj-lt"/>
              </a:rPr>
              <a:t>3</a:t>
            </a:r>
          </a:p>
          <a:p>
            <a:r>
              <a:rPr lang="en-US" sz="2000" dirty="0">
                <a:solidFill>
                  <a:schemeClr val="bg1"/>
                </a:solidFill>
                <a:latin typeface="+mj-lt"/>
              </a:rPr>
              <a:t>Display</a:t>
            </a:r>
          </a:p>
        </p:txBody>
      </p:sp>
      <p:sp>
        <p:nvSpPr>
          <p:cNvPr id="9" name="Chapter 2">
            <a:extLst>
              <a:ext uri="{FF2B5EF4-FFF2-40B4-BE49-F238E27FC236}">
                <a16:creationId xmlns:a16="http://schemas.microsoft.com/office/drawing/2014/main" id="{D384FDC2-8F22-A022-1C21-9AA335E59733}"/>
              </a:ext>
            </a:extLst>
          </p:cNvPr>
          <p:cNvSpPr txBox="1">
            <a:spLocks/>
          </p:cNvSpPr>
          <p:nvPr/>
        </p:nvSpPr>
        <p:spPr>
          <a:xfrm>
            <a:off x="6020625" y="4031431"/>
            <a:ext cx="1785644" cy="1045749"/>
          </a:xfrm>
          <a:prstGeom prst="roundRect">
            <a:avLst/>
          </a:prstGeom>
          <a:gradFill>
            <a:gsLst>
              <a:gs pos="0">
                <a:schemeClr val="accent2"/>
              </a:gs>
              <a:gs pos="70000">
                <a:schemeClr val="tx2"/>
              </a:gs>
            </a:gsLst>
            <a:lin ang="13500000" scaled="1"/>
          </a:gradFill>
        </p:spPr>
        <p:txBody>
          <a:bodyPr/>
          <a:lstStyle>
            <a:lvl1pPr marL="0" indent="0" algn="l" defTabSz="914400" rtl="0" eaLnBrk="1" latinLnBrk="0" hangingPunct="1">
              <a:lnSpc>
                <a:spcPct val="110000"/>
              </a:lnSpc>
              <a:spcBef>
                <a:spcPts val="0"/>
              </a:spcBef>
              <a:buFont typeface="Arial" panose="020B0604020202020204" pitchFamily="34" charset="0"/>
              <a:buNone/>
              <a:defRPr sz="1800" b="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solidFill>
                  <a:schemeClr val="bg1"/>
                </a:solidFill>
                <a:latin typeface="+mj-lt"/>
              </a:rPr>
              <a:t>4</a:t>
            </a:r>
          </a:p>
          <a:p>
            <a:endParaRPr lang="en-US" sz="600" b="1" dirty="0">
              <a:solidFill>
                <a:schemeClr val="bg1"/>
              </a:solidFill>
              <a:latin typeface="+mj-lt"/>
            </a:endParaRPr>
          </a:p>
          <a:p>
            <a:r>
              <a:rPr lang="en-US" sz="1400" dirty="0">
                <a:solidFill>
                  <a:schemeClr val="bg1"/>
                </a:solidFill>
                <a:latin typeface="+mj-lt"/>
              </a:rPr>
              <a:t>AI Agent Functions</a:t>
            </a:r>
          </a:p>
        </p:txBody>
      </p:sp>
      <p:grpSp>
        <p:nvGrpSpPr>
          <p:cNvPr id="25" name="Group 24">
            <a:extLst>
              <a:ext uri="{FF2B5EF4-FFF2-40B4-BE49-F238E27FC236}">
                <a16:creationId xmlns:a16="http://schemas.microsoft.com/office/drawing/2014/main" id="{6D180612-B483-6238-301F-4D240791184B}"/>
              </a:ext>
            </a:extLst>
          </p:cNvPr>
          <p:cNvGrpSpPr/>
          <p:nvPr/>
        </p:nvGrpSpPr>
        <p:grpSpPr>
          <a:xfrm>
            <a:off x="1484180" y="1234633"/>
            <a:ext cx="914400" cy="914400"/>
            <a:chOff x="2192867" y="1611429"/>
            <a:chExt cx="914400" cy="914400"/>
          </a:xfrm>
        </p:grpSpPr>
        <p:sp>
          <p:nvSpPr>
            <p:cNvPr id="12" name="Oval 11">
              <a:extLst>
                <a:ext uri="{FF2B5EF4-FFF2-40B4-BE49-F238E27FC236}">
                  <a16:creationId xmlns:a16="http://schemas.microsoft.com/office/drawing/2014/main" id="{F44C75D3-3FBB-45B8-8487-C66290AB477B}"/>
                </a:ext>
              </a:extLst>
            </p:cNvPr>
            <p:cNvSpPr/>
            <p:nvPr/>
          </p:nvSpPr>
          <p:spPr>
            <a:xfrm>
              <a:off x="2192867" y="1611429"/>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pic>
          <p:nvPicPr>
            <p:cNvPr id="11" name="Graphic 10" descr="Gears outline">
              <a:extLst>
                <a:ext uri="{FF2B5EF4-FFF2-40B4-BE49-F238E27FC236}">
                  <a16:creationId xmlns:a16="http://schemas.microsoft.com/office/drawing/2014/main" id="{6ED7BA0E-9AD1-49C0-6EF5-2EFE3ACAAB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38052" y="1656614"/>
              <a:ext cx="824029" cy="824029"/>
            </a:xfrm>
            <a:prstGeom prst="rect">
              <a:avLst/>
            </a:prstGeom>
          </p:spPr>
        </p:pic>
      </p:grpSp>
      <p:grpSp>
        <p:nvGrpSpPr>
          <p:cNvPr id="24" name="Group 23">
            <a:extLst>
              <a:ext uri="{FF2B5EF4-FFF2-40B4-BE49-F238E27FC236}">
                <a16:creationId xmlns:a16="http://schemas.microsoft.com/office/drawing/2014/main" id="{8DBCE5EC-D279-0C1B-A700-DAEFE3A945FD}"/>
              </a:ext>
            </a:extLst>
          </p:cNvPr>
          <p:cNvGrpSpPr/>
          <p:nvPr/>
        </p:nvGrpSpPr>
        <p:grpSpPr>
          <a:xfrm>
            <a:off x="5367868" y="1239079"/>
            <a:ext cx="914400" cy="914400"/>
            <a:chOff x="4463050" y="1656614"/>
            <a:chExt cx="914400" cy="914400"/>
          </a:xfrm>
        </p:grpSpPr>
        <p:sp>
          <p:nvSpPr>
            <p:cNvPr id="14" name="Oval 13">
              <a:extLst>
                <a:ext uri="{FF2B5EF4-FFF2-40B4-BE49-F238E27FC236}">
                  <a16:creationId xmlns:a16="http://schemas.microsoft.com/office/drawing/2014/main" id="{AB2E807A-1A3A-B085-3AC4-6084808A67A7}"/>
                </a:ext>
              </a:extLst>
            </p:cNvPr>
            <p:cNvSpPr/>
            <p:nvPr/>
          </p:nvSpPr>
          <p:spPr>
            <a:xfrm>
              <a:off x="4463050" y="1656614"/>
              <a:ext cx="914400" cy="9144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pic>
          <p:nvPicPr>
            <p:cNvPr id="18" name="Graphic 17" descr="Chevron arrows outline">
              <a:extLst>
                <a:ext uri="{FF2B5EF4-FFF2-40B4-BE49-F238E27FC236}">
                  <a16:creationId xmlns:a16="http://schemas.microsoft.com/office/drawing/2014/main" id="{D4CFCCB1-51D8-3BAF-84A9-CAEA439A18B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93370" y="1819574"/>
              <a:ext cx="677106" cy="579588"/>
            </a:xfrm>
            <a:prstGeom prst="rect">
              <a:avLst/>
            </a:prstGeom>
          </p:spPr>
        </p:pic>
      </p:grpSp>
      <p:grpSp>
        <p:nvGrpSpPr>
          <p:cNvPr id="23" name="Group 22">
            <a:extLst>
              <a:ext uri="{FF2B5EF4-FFF2-40B4-BE49-F238E27FC236}">
                <a16:creationId xmlns:a16="http://schemas.microsoft.com/office/drawing/2014/main" id="{ECB56D91-E802-F051-9EA0-1B98F7E78AF0}"/>
              </a:ext>
            </a:extLst>
          </p:cNvPr>
          <p:cNvGrpSpPr/>
          <p:nvPr/>
        </p:nvGrpSpPr>
        <p:grpSpPr>
          <a:xfrm>
            <a:off x="9572466" y="1234633"/>
            <a:ext cx="914400" cy="914400"/>
            <a:chOff x="8466126" y="1629530"/>
            <a:chExt cx="914400" cy="914400"/>
          </a:xfrm>
        </p:grpSpPr>
        <p:sp>
          <p:nvSpPr>
            <p:cNvPr id="20" name="Oval 19">
              <a:extLst>
                <a:ext uri="{FF2B5EF4-FFF2-40B4-BE49-F238E27FC236}">
                  <a16:creationId xmlns:a16="http://schemas.microsoft.com/office/drawing/2014/main" id="{3C80FB33-3340-A957-AE8C-4631E64B81E4}"/>
                </a:ext>
              </a:extLst>
            </p:cNvPr>
            <p:cNvSpPr/>
            <p:nvPr/>
          </p:nvSpPr>
          <p:spPr>
            <a:xfrm>
              <a:off x="8466126" y="1629530"/>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pic>
          <p:nvPicPr>
            <p:cNvPr id="22" name="Graphic 21" descr="Programmer male outline">
              <a:extLst>
                <a:ext uri="{FF2B5EF4-FFF2-40B4-BE49-F238E27FC236}">
                  <a16:creationId xmlns:a16="http://schemas.microsoft.com/office/drawing/2014/main" id="{13083804-2231-E319-2C7D-281B65F6CC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63222" y="1678955"/>
              <a:ext cx="720207" cy="720207"/>
            </a:xfrm>
            <a:prstGeom prst="rect">
              <a:avLst/>
            </a:prstGeom>
          </p:spPr>
        </p:pic>
      </p:grpSp>
      <p:sp>
        <p:nvSpPr>
          <p:cNvPr id="27" name="TextBox 26">
            <a:extLst>
              <a:ext uri="{FF2B5EF4-FFF2-40B4-BE49-F238E27FC236}">
                <a16:creationId xmlns:a16="http://schemas.microsoft.com/office/drawing/2014/main" id="{ABBC9CDF-7E4A-5F84-905A-13C71CA4704C}"/>
              </a:ext>
            </a:extLst>
          </p:cNvPr>
          <p:cNvSpPr txBox="1"/>
          <p:nvPr/>
        </p:nvSpPr>
        <p:spPr>
          <a:xfrm>
            <a:off x="1350697" y="2157593"/>
            <a:ext cx="1181364" cy="369332"/>
          </a:xfrm>
          <a:prstGeom prst="rect">
            <a:avLst/>
          </a:prstGeom>
          <a:noFill/>
        </p:spPr>
        <p:txBody>
          <a:bodyPr wrap="square">
            <a:spAutoFit/>
          </a:bodyPr>
          <a:lstStyle/>
          <a:p>
            <a:pPr algn="ctr"/>
            <a:r>
              <a:rPr lang="en-US" sz="1800" dirty="0">
                <a:solidFill>
                  <a:schemeClr val="accent2"/>
                </a:solidFill>
              </a:rPr>
              <a:t>H</a:t>
            </a:r>
            <a:r>
              <a:rPr lang="en-US" altLang="zh-CN" sz="1800" dirty="0">
                <a:solidFill>
                  <a:schemeClr val="accent2"/>
                </a:solidFill>
              </a:rPr>
              <a:t>ardware</a:t>
            </a:r>
            <a:endParaRPr lang="en-US" sz="1800" dirty="0">
              <a:solidFill>
                <a:schemeClr val="accent2"/>
              </a:solidFill>
            </a:endParaRPr>
          </a:p>
        </p:txBody>
      </p:sp>
      <p:sp>
        <p:nvSpPr>
          <p:cNvPr id="29" name="TextBox 28">
            <a:extLst>
              <a:ext uri="{FF2B5EF4-FFF2-40B4-BE49-F238E27FC236}">
                <a16:creationId xmlns:a16="http://schemas.microsoft.com/office/drawing/2014/main" id="{43DEC5F2-4740-CC17-BDC1-36DEF1A2DAA8}"/>
              </a:ext>
            </a:extLst>
          </p:cNvPr>
          <p:cNvSpPr txBox="1"/>
          <p:nvPr/>
        </p:nvSpPr>
        <p:spPr>
          <a:xfrm>
            <a:off x="9004941" y="2149033"/>
            <a:ext cx="2049448" cy="369332"/>
          </a:xfrm>
          <a:prstGeom prst="rect">
            <a:avLst/>
          </a:prstGeom>
          <a:noFill/>
        </p:spPr>
        <p:txBody>
          <a:bodyPr wrap="square">
            <a:spAutoFit/>
          </a:bodyPr>
          <a:lstStyle/>
          <a:p>
            <a:pPr algn="ctr"/>
            <a:r>
              <a:rPr lang="en-US" sz="1800" dirty="0">
                <a:solidFill>
                  <a:schemeClr val="accent2"/>
                </a:solidFill>
              </a:rPr>
              <a:t>D</a:t>
            </a:r>
            <a:r>
              <a:rPr lang="en-US" altLang="zh-CN" sz="1800" dirty="0">
                <a:solidFill>
                  <a:schemeClr val="accent2"/>
                </a:solidFill>
              </a:rPr>
              <a:t>ev Platforms</a:t>
            </a:r>
            <a:endParaRPr lang="en-US" sz="1800" dirty="0">
              <a:solidFill>
                <a:schemeClr val="accent2"/>
              </a:solidFill>
            </a:endParaRPr>
          </a:p>
        </p:txBody>
      </p:sp>
      <p:sp>
        <p:nvSpPr>
          <p:cNvPr id="43" name="Rectangle: Rounded Corners 42">
            <a:extLst>
              <a:ext uri="{FF2B5EF4-FFF2-40B4-BE49-F238E27FC236}">
                <a16:creationId xmlns:a16="http://schemas.microsoft.com/office/drawing/2014/main" id="{C24212A9-286A-1105-775D-695FFF76323E}"/>
              </a:ext>
            </a:extLst>
          </p:cNvPr>
          <p:cNvSpPr/>
          <p:nvPr/>
        </p:nvSpPr>
        <p:spPr>
          <a:xfrm>
            <a:off x="8719418" y="2579987"/>
            <a:ext cx="2743424" cy="2072640"/>
          </a:xfrm>
          <a:prstGeom prst="roundRect">
            <a:avLst/>
          </a:prstGeom>
          <a:gradFill>
            <a:gsLst>
              <a:gs pos="0">
                <a:schemeClr val="accent2"/>
              </a:gs>
              <a:gs pos="70000">
                <a:schemeClr val="tx2"/>
              </a:gs>
            </a:gsLst>
            <a:lin ang="13500000" scaled="1"/>
          </a:gradFill>
        </p:spPr>
        <p:txBody>
          <a:bodyPr/>
          <a:lstStyle/>
          <a:p>
            <a:pPr>
              <a:lnSpc>
                <a:spcPct val="110000"/>
              </a:lnSpc>
            </a:pPr>
            <a:endParaRPr lang="en-US" sz="3200" b="1" dirty="0">
              <a:solidFill>
                <a:schemeClr val="bg1"/>
              </a:solidFill>
              <a:latin typeface="+mj-lt"/>
            </a:endParaRPr>
          </a:p>
        </p:txBody>
      </p:sp>
      <p:sp>
        <p:nvSpPr>
          <p:cNvPr id="33" name="TextBox 32">
            <a:extLst>
              <a:ext uri="{FF2B5EF4-FFF2-40B4-BE49-F238E27FC236}">
                <a16:creationId xmlns:a16="http://schemas.microsoft.com/office/drawing/2014/main" id="{170FDEF0-22DB-DBF2-BB60-BA0DEF2A6F3E}"/>
              </a:ext>
            </a:extLst>
          </p:cNvPr>
          <p:cNvSpPr txBox="1"/>
          <p:nvPr/>
        </p:nvSpPr>
        <p:spPr>
          <a:xfrm>
            <a:off x="8931325" y="3017162"/>
            <a:ext cx="1270000" cy="464799"/>
          </a:xfrm>
          <a:prstGeom prst="rect">
            <a:avLst/>
          </a:prstGeom>
          <a:noFill/>
        </p:spPr>
        <p:txBody>
          <a:bodyPr wrap="square" lIns="0" tIns="0" rIns="0" bIns="0" rtlCol="0">
            <a:noAutofit/>
          </a:bodyPr>
          <a:lstStyle/>
          <a:p>
            <a:pPr algn="l"/>
            <a:r>
              <a:rPr lang="en-US" dirty="0">
                <a:solidFill>
                  <a:schemeClr val="bg1"/>
                </a:solidFill>
              </a:rPr>
              <a:t>AIUI Studio</a:t>
            </a:r>
          </a:p>
          <a:p>
            <a:pPr algn="l"/>
            <a:r>
              <a:rPr lang="en-US" sz="1200" dirty="0">
                <a:solidFill>
                  <a:schemeClr val="bg1"/>
                </a:solidFill>
              </a:rPr>
              <a:t>UI design</a:t>
            </a:r>
          </a:p>
        </p:txBody>
      </p:sp>
      <p:sp>
        <p:nvSpPr>
          <p:cNvPr id="34" name="TextBox 33">
            <a:extLst>
              <a:ext uri="{FF2B5EF4-FFF2-40B4-BE49-F238E27FC236}">
                <a16:creationId xmlns:a16="http://schemas.microsoft.com/office/drawing/2014/main" id="{CD01245A-24DE-8949-47E2-44F0EAD4841E}"/>
              </a:ext>
            </a:extLst>
          </p:cNvPr>
          <p:cNvSpPr txBox="1"/>
          <p:nvPr/>
        </p:nvSpPr>
        <p:spPr>
          <a:xfrm>
            <a:off x="8962484" y="4002011"/>
            <a:ext cx="1270000" cy="368384"/>
          </a:xfrm>
          <a:prstGeom prst="rect">
            <a:avLst/>
          </a:prstGeom>
          <a:noFill/>
        </p:spPr>
        <p:txBody>
          <a:bodyPr wrap="square" lIns="0" tIns="0" rIns="0" bIns="0" rtlCol="0">
            <a:noAutofit/>
          </a:bodyPr>
          <a:lstStyle/>
          <a:p>
            <a:pPr algn="l"/>
            <a:r>
              <a:rPr lang="en-US" dirty="0" err="1">
                <a:solidFill>
                  <a:schemeClr val="bg1"/>
                </a:solidFill>
              </a:rPr>
              <a:t>Rizon</a:t>
            </a:r>
            <a:endParaRPr lang="en-US" dirty="0">
              <a:solidFill>
                <a:schemeClr val="bg1"/>
              </a:solidFill>
            </a:endParaRPr>
          </a:p>
          <a:p>
            <a:pPr algn="l"/>
            <a:r>
              <a:rPr lang="en-US" sz="1200" dirty="0">
                <a:solidFill>
                  <a:schemeClr val="bg1"/>
                </a:solidFill>
              </a:rPr>
              <a:t>AI Agent setup</a:t>
            </a:r>
          </a:p>
        </p:txBody>
      </p:sp>
      <p:sp>
        <p:nvSpPr>
          <p:cNvPr id="35" name="TextBox 34">
            <a:extLst>
              <a:ext uri="{FF2B5EF4-FFF2-40B4-BE49-F238E27FC236}">
                <a16:creationId xmlns:a16="http://schemas.microsoft.com/office/drawing/2014/main" id="{B71CB907-4075-AF62-7349-3A1FEE444EB8}"/>
              </a:ext>
            </a:extLst>
          </p:cNvPr>
          <p:cNvSpPr txBox="1"/>
          <p:nvPr/>
        </p:nvSpPr>
        <p:spPr>
          <a:xfrm>
            <a:off x="8931325" y="3500301"/>
            <a:ext cx="1785644" cy="667366"/>
          </a:xfrm>
          <a:prstGeom prst="rect">
            <a:avLst/>
          </a:prstGeom>
          <a:noFill/>
        </p:spPr>
        <p:txBody>
          <a:bodyPr wrap="square" lIns="0" tIns="0" rIns="0" bIns="0" rtlCol="0">
            <a:noAutofit/>
          </a:bodyPr>
          <a:lstStyle/>
          <a:p>
            <a:pPr algn="l"/>
            <a:r>
              <a:rPr lang="en-US" dirty="0" err="1">
                <a:solidFill>
                  <a:schemeClr val="bg1"/>
                </a:solidFill>
              </a:rPr>
              <a:t>YodaOS</a:t>
            </a:r>
            <a:r>
              <a:rPr lang="en-US" dirty="0">
                <a:solidFill>
                  <a:schemeClr val="bg1"/>
                </a:solidFill>
              </a:rPr>
              <a:t>-Sprite</a:t>
            </a:r>
          </a:p>
          <a:p>
            <a:pPr algn="l"/>
            <a:r>
              <a:rPr lang="en-US" sz="1200" dirty="0">
                <a:solidFill>
                  <a:schemeClr val="bg1"/>
                </a:solidFill>
              </a:rPr>
              <a:t>OS for glasses consumer</a:t>
            </a:r>
          </a:p>
        </p:txBody>
      </p:sp>
      <p:sp>
        <p:nvSpPr>
          <p:cNvPr id="45" name="Rectangle: Rounded Corners 44">
            <a:extLst>
              <a:ext uri="{FF2B5EF4-FFF2-40B4-BE49-F238E27FC236}">
                <a16:creationId xmlns:a16="http://schemas.microsoft.com/office/drawing/2014/main" id="{1A297958-F6B7-8FEC-3A2A-B5A3EB249684}"/>
              </a:ext>
            </a:extLst>
          </p:cNvPr>
          <p:cNvSpPr/>
          <p:nvPr/>
        </p:nvSpPr>
        <p:spPr>
          <a:xfrm>
            <a:off x="8719418" y="4754837"/>
            <a:ext cx="2743424" cy="1534308"/>
          </a:xfrm>
          <a:prstGeom prst="roundRect">
            <a:avLst/>
          </a:prstGeom>
          <a:gradFill>
            <a:gsLst>
              <a:gs pos="0">
                <a:schemeClr val="accent2"/>
              </a:gs>
              <a:gs pos="70000">
                <a:schemeClr val="tx2"/>
              </a:gs>
            </a:gsLst>
            <a:lin ang="13500000" scaled="1"/>
          </a:gradFill>
          <a:ln>
            <a:noFill/>
          </a:ln>
        </p:spPr>
        <p:txBody>
          <a:bodyPr/>
          <a:lstStyle/>
          <a:p>
            <a:pPr>
              <a:lnSpc>
                <a:spcPct val="110000"/>
              </a:lnSpc>
            </a:pPr>
            <a:endParaRPr lang="en-US" sz="3200" b="1" dirty="0">
              <a:solidFill>
                <a:schemeClr val="bg1"/>
              </a:solidFill>
              <a:latin typeface="+mj-lt"/>
            </a:endParaRPr>
          </a:p>
        </p:txBody>
      </p:sp>
      <p:sp>
        <p:nvSpPr>
          <p:cNvPr id="38" name="TextBox 37">
            <a:extLst>
              <a:ext uri="{FF2B5EF4-FFF2-40B4-BE49-F238E27FC236}">
                <a16:creationId xmlns:a16="http://schemas.microsoft.com/office/drawing/2014/main" id="{99542603-E3BD-C7DF-4BEC-CB595C23FF21}"/>
              </a:ext>
            </a:extLst>
          </p:cNvPr>
          <p:cNvSpPr txBox="1"/>
          <p:nvPr/>
        </p:nvSpPr>
        <p:spPr>
          <a:xfrm>
            <a:off x="8962484" y="5158568"/>
            <a:ext cx="1607798" cy="464799"/>
          </a:xfrm>
          <a:prstGeom prst="rect">
            <a:avLst/>
          </a:prstGeom>
          <a:noFill/>
        </p:spPr>
        <p:txBody>
          <a:bodyPr wrap="square" lIns="0" tIns="0" rIns="0" bIns="0" rtlCol="0">
            <a:noAutofit/>
          </a:bodyPr>
          <a:lstStyle/>
          <a:p>
            <a:pPr algn="l"/>
            <a:r>
              <a:rPr lang="en-US" dirty="0">
                <a:solidFill>
                  <a:schemeClr val="bg1"/>
                </a:solidFill>
              </a:rPr>
              <a:t>Android Studio</a:t>
            </a:r>
          </a:p>
          <a:p>
            <a:pPr algn="l"/>
            <a:r>
              <a:rPr lang="en-US" sz="1200" dirty="0">
                <a:solidFill>
                  <a:schemeClr val="bg1"/>
                </a:solidFill>
              </a:rPr>
              <a:t>UI and App design</a:t>
            </a:r>
          </a:p>
        </p:txBody>
      </p:sp>
      <p:sp>
        <p:nvSpPr>
          <p:cNvPr id="42" name="TextBox 41">
            <a:extLst>
              <a:ext uri="{FF2B5EF4-FFF2-40B4-BE49-F238E27FC236}">
                <a16:creationId xmlns:a16="http://schemas.microsoft.com/office/drawing/2014/main" id="{DE10CC53-6A81-2060-0D81-ABFB40F0287E}"/>
              </a:ext>
            </a:extLst>
          </p:cNvPr>
          <p:cNvSpPr txBox="1"/>
          <p:nvPr/>
        </p:nvSpPr>
        <p:spPr>
          <a:xfrm>
            <a:off x="8962484" y="5660439"/>
            <a:ext cx="2500358" cy="528694"/>
          </a:xfrm>
          <a:prstGeom prst="rect">
            <a:avLst/>
          </a:prstGeom>
          <a:noFill/>
        </p:spPr>
        <p:txBody>
          <a:bodyPr wrap="square" lIns="0" tIns="0" rIns="0" bIns="0" rtlCol="0">
            <a:noAutofit/>
          </a:bodyPr>
          <a:lstStyle/>
          <a:p>
            <a:pPr algn="l"/>
            <a:r>
              <a:rPr lang="en-US" dirty="0" err="1">
                <a:solidFill>
                  <a:schemeClr val="bg1"/>
                </a:solidFill>
              </a:rPr>
              <a:t>Rokid</a:t>
            </a:r>
            <a:r>
              <a:rPr lang="en-US" dirty="0">
                <a:solidFill>
                  <a:schemeClr val="bg1"/>
                </a:solidFill>
              </a:rPr>
              <a:t> Sprite Enterprise</a:t>
            </a:r>
          </a:p>
          <a:p>
            <a:pPr algn="l"/>
            <a:r>
              <a:rPr lang="en-US" sz="1200" dirty="0">
                <a:solidFill>
                  <a:schemeClr val="bg1"/>
                </a:solidFill>
              </a:rPr>
              <a:t>SDK for glasses enterprise</a:t>
            </a:r>
          </a:p>
        </p:txBody>
      </p:sp>
      <p:sp>
        <p:nvSpPr>
          <p:cNvPr id="48" name="TextBox 47">
            <a:extLst>
              <a:ext uri="{FF2B5EF4-FFF2-40B4-BE49-F238E27FC236}">
                <a16:creationId xmlns:a16="http://schemas.microsoft.com/office/drawing/2014/main" id="{1744F808-BBD7-C8B9-0951-D2B29C443950}"/>
              </a:ext>
            </a:extLst>
          </p:cNvPr>
          <p:cNvSpPr txBox="1"/>
          <p:nvPr/>
        </p:nvSpPr>
        <p:spPr>
          <a:xfrm>
            <a:off x="9004941" y="2643388"/>
            <a:ext cx="2187992" cy="254947"/>
          </a:xfrm>
          <a:prstGeom prst="rect">
            <a:avLst/>
          </a:prstGeom>
          <a:noFill/>
        </p:spPr>
        <p:txBody>
          <a:bodyPr wrap="square" lIns="0" tIns="0" rIns="0" bIns="0" rtlCol="0">
            <a:noAutofit/>
          </a:bodyPr>
          <a:lstStyle/>
          <a:p>
            <a:pPr algn="ctr"/>
            <a:r>
              <a:rPr lang="en-US" sz="1600" b="1" dirty="0">
                <a:solidFill>
                  <a:schemeClr val="bg1"/>
                </a:solidFill>
              </a:rPr>
              <a:t>Consumer System</a:t>
            </a:r>
          </a:p>
        </p:txBody>
      </p:sp>
      <p:sp>
        <p:nvSpPr>
          <p:cNvPr id="50" name="TextBox 49">
            <a:extLst>
              <a:ext uri="{FF2B5EF4-FFF2-40B4-BE49-F238E27FC236}">
                <a16:creationId xmlns:a16="http://schemas.microsoft.com/office/drawing/2014/main" id="{78BA5D62-4C30-F5FF-8BC3-C89FD1131310}"/>
              </a:ext>
            </a:extLst>
          </p:cNvPr>
          <p:cNvSpPr txBox="1"/>
          <p:nvPr/>
        </p:nvSpPr>
        <p:spPr>
          <a:xfrm>
            <a:off x="9004941" y="4827999"/>
            <a:ext cx="2187992" cy="254947"/>
          </a:xfrm>
          <a:prstGeom prst="rect">
            <a:avLst/>
          </a:prstGeom>
          <a:noFill/>
        </p:spPr>
        <p:txBody>
          <a:bodyPr wrap="square" lIns="0" tIns="0" rIns="0" bIns="0" rtlCol="0">
            <a:noAutofit/>
          </a:bodyPr>
          <a:lstStyle/>
          <a:p>
            <a:pPr algn="ctr"/>
            <a:r>
              <a:rPr lang="en-US" sz="1600" b="1" dirty="0">
                <a:solidFill>
                  <a:schemeClr val="bg1"/>
                </a:solidFill>
              </a:rPr>
              <a:t>Enterprise System</a:t>
            </a:r>
          </a:p>
        </p:txBody>
      </p:sp>
    </p:spTree>
    <p:extLst>
      <p:ext uri="{BB962C8B-B14F-4D97-AF65-F5344CB8AC3E}">
        <p14:creationId xmlns:p14="http://schemas.microsoft.com/office/powerpoint/2010/main" val="112722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6DF40-6562-B8A0-1C43-D86427EC0645}"/>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8C85E35B-EE89-A9D9-363C-1764578FA6FC}"/>
              </a:ext>
            </a:extLst>
          </p:cNvPr>
          <p:cNvSpPr>
            <a:spLocks noGrp="1"/>
          </p:cNvSpPr>
          <p:nvPr>
            <p:ph type="title"/>
          </p:nvPr>
        </p:nvSpPr>
        <p:spPr>
          <a:xfrm>
            <a:off x="1" y="1"/>
            <a:ext cx="9659938" cy="1320800"/>
          </a:xfrm>
        </p:spPr>
        <p:txBody>
          <a:bodyPr/>
          <a:lstStyle/>
          <a:p>
            <a:r>
              <a:rPr lang="en-US" dirty="0"/>
              <a:t>Table of Contents</a:t>
            </a:r>
            <a:endParaRPr lang="en-US" noProof="0" dirty="0"/>
          </a:p>
        </p:txBody>
      </p:sp>
      <p:cxnSp>
        <p:nvCxnSpPr>
          <p:cNvPr id="6" name="Line 1">
            <a:extLst>
              <a:ext uri="{FF2B5EF4-FFF2-40B4-BE49-F238E27FC236}">
                <a16:creationId xmlns:a16="http://schemas.microsoft.com/office/drawing/2014/main" id="{6AF39D47-4C97-5AC4-247A-AA945611D064}"/>
              </a:ext>
            </a:extLst>
          </p:cNvPr>
          <p:cNvCxnSpPr/>
          <p:nvPr/>
        </p:nvCxnSpPr>
        <p:spPr>
          <a:xfrm>
            <a:off x="627063"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39" name="Chapter 2">
            <a:extLst>
              <a:ext uri="{FF2B5EF4-FFF2-40B4-BE49-F238E27FC236}">
                <a16:creationId xmlns:a16="http://schemas.microsoft.com/office/drawing/2014/main" id="{7E84FA3B-A51C-65ED-D362-A74AFFDA54CF}"/>
              </a:ext>
            </a:extLst>
          </p:cNvPr>
          <p:cNvSpPr>
            <a:spLocks noGrp="1"/>
          </p:cNvSpPr>
          <p:nvPr>
            <p:ph sz="quarter" idx="17"/>
          </p:nvPr>
        </p:nvSpPr>
        <p:spPr>
          <a:xfrm>
            <a:off x="2930732" y="3373160"/>
            <a:ext cx="2160000" cy="2016000"/>
          </a:xfrm>
        </p:spPr>
        <p:txBody>
          <a:bodyPr/>
          <a:lstStyle/>
          <a:p>
            <a:r>
              <a:rPr lang="en-US" dirty="0"/>
              <a:t>2</a:t>
            </a:r>
          </a:p>
          <a:p>
            <a:pPr lvl="1"/>
            <a:r>
              <a:rPr lang="en-US" dirty="0"/>
              <a:t>Background</a:t>
            </a:r>
          </a:p>
        </p:txBody>
      </p:sp>
      <p:cxnSp>
        <p:nvCxnSpPr>
          <p:cNvPr id="27" name="Line 2">
            <a:extLst>
              <a:ext uri="{FF2B5EF4-FFF2-40B4-BE49-F238E27FC236}">
                <a16:creationId xmlns:a16="http://schemas.microsoft.com/office/drawing/2014/main" id="{CE208A66-8FA1-177E-3A3E-FFA3963268E6}"/>
              </a:ext>
            </a:extLst>
          </p:cNvPr>
          <p:cNvCxnSpPr/>
          <p:nvPr/>
        </p:nvCxnSpPr>
        <p:spPr>
          <a:xfrm>
            <a:off x="2930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54" name="Chapter 3">
            <a:extLst>
              <a:ext uri="{FF2B5EF4-FFF2-40B4-BE49-F238E27FC236}">
                <a16:creationId xmlns:a16="http://schemas.microsoft.com/office/drawing/2014/main" id="{A312EFED-78EA-0A92-99A0-83D41197523A}"/>
              </a:ext>
            </a:extLst>
          </p:cNvPr>
          <p:cNvSpPr>
            <a:spLocks noGrp="1"/>
          </p:cNvSpPr>
          <p:nvPr>
            <p:ph sz="quarter" idx="18"/>
          </p:nvPr>
        </p:nvSpPr>
        <p:spPr>
          <a:xfrm>
            <a:off x="5234400" y="3373160"/>
            <a:ext cx="2160000" cy="2016000"/>
          </a:xfrm>
        </p:spPr>
        <p:txBody>
          <a:bodyPr/>
          <a:lstStyle/>
          <a:p>
            <a:r>
              <a:rPr lang="en-US" dirty="0">
                <a:solidFill>
                  <a:schemeClr val="accent3"/>
                </a:solidFill>
              </a:rPr>
              <a:t>3</a:t>
            </a:r>
          </a:p>
          <a:p>
            <a:pPr lvl="1"/>
            <a:r>
              <a:rPr lang="en-US" dirty="0">
                <a:solidFill>
                  <a:schemeClr val="accent3"/>
                </a:solidFill>
              </a:rPr>
              <a:t>Project Progress</a:t>
            </a:r>
          </a:p>
        </p:txBody>
      </p:sp>
      <p:cxnSp>
        <p:nvCxnSpPr>
          <p:cNvPr id="28" name="Line 3">
            <a:extLst>
              <a:ext uri="{FF2B5EF4-FFF2-40B4-BE49-F238E27FC236}">
                <a16:creationId xmlns:a16="http://schemas.microsoft.com/office/drawing/2014/main" id="{DC28C57A-7871-6A0D-CBA0-B040BD4E71C7}"/>
              </a:ext>
            </a:extLst>
          </p:cNvPr>
          <p:cNvCxnSpPr/>
          <p:nvPr/>
        </p:nvCxnSpPr>
        <p:spPr>
          <a:xfrm>
            <a:off x="5234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7" name="Chapter 4">
            <a:extLst>
              <a:ext uri="{FF2B5EF4-FFF2-40B4-BE49-F238E27FC236}">
                <a16:creationId xmlns:a16="http://schemas.microsoft.com/office/drawing/2014/main" id="{35552936-1192-D4B4-F0B7-05D2B1F94026}"/>
              </a:ext>
            </a:extLst>
          </p:cNvPr>
          <p:cNvSpPr txBox="1">
            <a:spLocks/>
          </p:cNvSpPr>
          <p:nvPr/>
        </p:nvSpPr>
        <p:spPr>
          <a:xfrm>
            <a:off x="7538068" y="3373160"/>
            <a:ext cx="2160000" cy="2016000"/>
          </a:xfrm>
          <a:prstGeom prst="rect">
            <a:avLst/>
          </a:prstGeom>
        </p:spPr>
        <p:txBody>
          <a:bodyPr vert="horz" lIns="180000" tIns="108000" rIns="0" bIns="0" rtlCol="0">
            <a:noAutofit/>
          </a:bodyPr>
          <a:lstStyle>
            <a:lvl1pPr marL="0" indent="0" algn="l" defTabSz="914400" rtl="0" eaLnBrk="1" latinLnBrk="0" hangingPunct="1">
              <a:lnSpc>
                <a:spcPct val="90000"/>
              </a:lnSpc>
              <a:spcBef>
                <a:spcPts val="0"/>
              </a:spcBef>
              <a:spcAft>
                <a:spcPts val="1500"/>
              </a:spcAft>
              <a:buFont typeface="Arial" panose="020B0604020202020204" pitchFamily="34" charset="0"/>
              <a:buNone/>
              <a:defRPr sz="7200" b="1" kern="1200">
                <a:solidFill>
                  <a:schemeClr val="tx1"/>
                </a:solidFill>
                <a:latin typeface="Times New Roman" panose="02020603050405020304" pitchFamily="18" charset="0"/>
                <a:ea typeface="+mn-ea"/>
                <a:cs typeface="Times New Roman" panose="02020603050405020304" pitchFamily="18" charset="0"/>
              </a:defRPr>
            </a:lvl1pPr>
            <a:lvl2pPr marL="0" indent="0" algn="l" defTabSz="914400" rtl="0" eaLnBrk="1" latinLnBrk="0" hangingPunct="1">
              <a:lnSpc>
                <a:spcPct val="110000"/>
              </a:lnSpc>
              <a:spcBef>
                <a:spcPts val="0"/>
              </a:spcBef>
              <a:buClr>
                <a:schemeClr val="accent2"/>
              </a:buClr>
              <a:buFont typeface="Arial" panose="020B0604020202020204" pitchFamily="34" charset="0"/>
              <a:buNone/>
              <a:defRPr sz="1800" b="1" kern="1200">
                <a:solidFill>
                  <a:schemeClr val="tx1"/>
                </a:solidFill>
                <a:latin typeface="+mn-lt"/>
                <a:ea typeface="+mn-ea"/>
                <a:cs typeface="+mn-cs"/>
              </a:defRPr>
            </a:lvl2pPr>
            <a:lvl3pPr marL="0" indent="0" algn="l" defTabSz="914400" rtl="0" eaLnBrk="1" latinLnBrk="0" hangingPunct="1">
              <a:lnSpc>
                <a:spcPct val="110000"/>
              </a:lnSpc>
              <a:spcBef>
                <a:spcPts val="0"/>
              </a:spcBef>
              <a:buClr>
                <a:schemeClr val="accent2"/>
              </a:buClr>
              <a:buFont typeface="Arial" panose="020B0604020202020204" pitchFamily="34" charset="0"/>
              <a:buNone/>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p>
          <a:p>
            <a:pPr lvl="1"/>
            <a:r>
              <a:rPr lang="en-US"/>
              <a:t>Other Projects</a:t>
            </a:r>
            <a:endParaRPr lang="en-US" dirty="0"/>
          </a:p>
        </p:txBody>
      </p:sp>
      <p:cxnSp>
        <p:nvCxnSpPr>
          <p:cNvPr id="8" name="Line 4">
            <a:extLst>
              <a:ext uri="{FF2B5EF4-FFF2-40B4-BE49-F238E27FC236}">
                <a16:creationId xmlns:a16="http://schemas.microsoft.com/office/drawing/2014/main" id="{0622AEEF-C621-DF00-1283-24B4ED58C010}"/>
              </a:ext>
            </a:extLst>
          </p:cNvPr>
          <p:cNvCxnSpPr/>
          <p:nvPr/>
        </p:nvCxnSpPr>
        <p:spPr>
          <a:xfrm>
            <a:off x="7538068"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15" name="Chapter 2">
            <a:extLst>
              <a:ext uri="{FF2B5EF4-FFF2-40B4-BE49-F238E27FC236}">
                <a16:creationId xmlns:a16="http://schemas.microsoft.com/office/drawing/2014/main" id="{8A58BBC4-6663-CFC9-0E95-A5EA7F1C3560}"/>
              </a:ext>
            </a:extLst>
          </p:cNvPr>
          <p:cNvSpPr>
            <a:spLocks noGrp="1"/>
          </p:cNvSpPr>
          <p:nvPr>
            <p:ph type="body" sz="quarter" idx="16"/>
          </p:nvPr>
        </p:nvSpPr>
        <p:spPr>
          <a:xfrm>
            <a:off x="627063" y="3373160"/>
            <a:ext cx="2160587" cy="2016125"/>
          </a:xfrm>
        </p:spPr>
        <p:txBody>
          <a:bodyPr/>
          <a:lstStyle/>
          <a:p>
            <a:r>
              <a:rPr lang="en-US" dirty="0"/>
              <a:t>1</a:t>
            </a:r>
          </a:p>
          <a:p>
            <a:pPr lvl="1"/>
            <a:r>
              <a:rPr lang="en-US" dirty="0"/>
              <a:t>Introduction</a:t>
            </a:r>
          </a:p>
        </p:txBody>
      </p:sp>
    </p:spTree>
    <p:extLst>
      <p:ext uri="{BB962C8B-B14F-4D97-AF65-F5344CB8AC3E}">
        <p14:creationId xmlns:p14="http://schemas.microsoft.com/office/powerpoint/2010/main" val="2482460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Arrow: Right 55">
            <a:extLst>
              <a:ext uri="{FF2B5EF4-FFF2-40B4-BE49-F238E27FC236}">
                <a16:creationId xmlns:a16="http://schemas.microsoft.com/office/drawing/2014/main" id="{457D75BE-13D2-70F6-772B-1665B93F0053}"/>
              </a:ext>
            </a:extLst>
          </p:cNvPr>
          <p:cNvSpPr/>
          <p:nvPr/>
        </p:nvSpPr>
        <p:spPr>
          <a:xfrm rot="5400000">
            <a:off x="6092247" y="4311011"/>
            <a:ext cx="307030"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10FE94E-4098-AAAC-E39C-BDA64C8892E5}"/>
              </a:ext>
            </a:extLst>
          </p:cNvPr>
          <p:cNvSpPr>
            <a:spLocks noGrp="1"/>
          </p:cNvSpPr>
          <p:nvPr>
            <p:ph type="title"/>
          </p:nvPr>
        </p:nvSpPr>
        <p:spPr/>
        <p:txBody>
          <a:bodyPr/>
          <a:lstStyle/>
          <a:p>
            <a:r>
              <a:rPr lang="en-US" dirty="0"/>
              <a:t>3 Project Progress</a:t>
            </a:r>
            <a:br>
              <a:rPr lang="en-US" dirty="0"/>
            </a:br>
            <a:r>
              <a:rPr lang="en-US" sz="1600" dirty="0"/>
              <a:t>Workflow of generating FCR with glasses</a:t>
            </a:r>
            <a:endParaRPr lang="en-US" dirty="0"/>
          </a:p>
        </p:txBody>
      </p:sp>
      <p:grpSp>
        <p:nvGrpSpPr>
          <p:cNvPr id="4" name="Group 3">
            <a:extLst>
              <a:ext uri="{FF2B5EF4-FFF2-40B4-BE49-F238E27FC236}">
                <a16:creationId xmlns:a16="http://schemas.microsoft.com/office/drawing/2014/main" id="{8A52FF6D-A138-E598-ACE1-5A49A48E9201}"/>
              </a:ext>
            </a:extLst>
          </p:cNvPr>
          <p:cNvGrpSpPr/>
          <p:nvPr/>
        </p:nvGrpSpPr>
        <p:grpSpPr>
          <a:xfrm>
            <a:off x="1875901" y="5140948"/>
            <a:ext cx="2250218" cy="1431236"/>
            <a:chOff x="1073427" y="2394668"/>
            <a:chExt cx="2250218" cy="1431236"/>
          </a:xfrm>
        </p:grpSpPr>
        <p:sp>
          <p:nvSpPr>
            <p:cNvPr id="5" name="Rectangle 4">
              <a:extLst>
                <a:ext uri="{FF2B5EF4-FFF2-40B4-BE49-F238E27FC236}">
                  <a16:creationId xmlns:a16="http://schemas.microsoft.com/office/drawing/2014/main" id="{250831F9-6EA4-9F5F-0FD6-4E062CC9FA8B}"/>
                </a:ext>
              </a:extLst>
            </p:cNvPr>
            <p:cNvSpPr/>
            <p:nvPr/>
          </p:nvSpPr>
          <p:spPr>
            <a:xfrm>
              <a:off x="1073427" y="2394668"/>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2 Save project and device information</a:t>
              </a:r>
              <a:endParaRPr lang="en-US" sz="1600" dirty="0">
                <a:solidFill>
                  <a:sysClr val="windowText" lastClr="000000"/>
                </a:solidFill>
              </a:endParaRPr>
            </a:p>
          </p:txBody>
        </p:sp>
        <p:sp>
          <p:nvSpPr>
            <p:cNvPr id="6" name="Rectangle 5">
              <a:extLst>
                <a:ext uri="{FF2B5EF4-FFF2-40B4-BE49-F238E27FC236}">
                  <a16:creationId xmlns:a16="http://schemas.microsoft.com/office/drawing/2014/main" id="{9C6106C4-5798-85A1-7C9B-5FCA41A9A4CF}"/>
                </a:ext>
              </a:extLst>
            </p:cNvPr>
            <p:cNvSpPr/>
            <p:nvPr/>
          </p:nvSpPr>
          <p:spPr>
            <a:xfrm>
              <a:off x="1073427" y="3110286"/>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000" dirty="0">
                  <a:solidFill>
                    <a:sysClr val="windowText" lastClr="000000"/>
                  </a:solidFill>
                </a:rPr>
                <a:t>Device model	Project No.</a:t>
              </a:r>
            </a:p>
            <a:p>
              <a:r>
                <a:rPr lang="en-US" altLang="zh-CN" sz="1000" dirty="0">
                  <a:solidFill>
                    <a:sysClr val="windowText" lastClr="000000"/>
                  </a:solidFill>
                </a:rPr>
                <a:t>Bay No.	Batch No.</a:t>
              </a:r>
            </a:p>
            <a:p>
              <a:r>
                <a:rPr lang="en-US" altLang="zh-CN" sz="1000" dirty="0">
                  <a:solidFill>
                    <a:sysClr val="windowText" lastClr="000000"/>
                  </a:solidFill>
                </a:rPr>
                <a:t>Drawing pages	Module symbols</a:t>
              </a:r>
              <a:endParaRPr lang="en-US" sz="1000" dirty="0">
                <a:solidFill>
                  <a:sysClr val="windowText" lastClr="000000"/>
                </a:solidFill>
              </a:endParaRPr>
            </a:p>
          </p:txBody>
        </p:sp>
      </p:grpSp>
      <p:sp>
        <p:nvSpPr>
          <p:cNvPr id="7" name="Rectangle 6">
            <a:extLst>
              <a:ext uri="{FF2B5EF4-FFF2-40B4-BE49-F238E27FC236}">
                <a16:creationId xmlns:a16="http://schemas.microsoft.com/office/drawing/2014/main" id="{658AC92D-7948-F93F-F83B-12D2F60B8CD9}"/>
              </a:ext>
            </a:extLst>
          </p:cNvPr>
          <p:cNvSpPr/>
          <p:nvPr/>
        </p:nvSpPr>
        <p:spPr>
          <a:xfrm>
            <a:off x="5154654" y="468616"/>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3 Load inspection items based on device model</a:t>
            </a:r>
            <a:endParaRPr lang="en-US" sz="1600" dirty="0">
              <a:solidFill>
                <a:sysClr val="windowText" lastClr="000000"/>
              </a:solidFill>
            </a:endParaRPr>
          </a:p>
        </p:txBody>
      </p:sp>
      <p:grpSp>
        <p:nvGrpSpPr>
          <p:cNvPr id="8" name="Group 7">
            <a:extLst>
              <a:ext uri="{FF2B5EF4-FFF2-40B4-BE49-F238E27FC236}">
                <a16:creationId xmlns:a16="http://schemas.microsoft.com/office/drawing/2014/main" id="{65050BB0-8874-B123-A702-E83B9D946CA6}"/>
              </a:ext>
            </a:extLst>
          </p:cNvPr>
          <p:cNvGrpSpPr/>
          <p:nvPr/>
        </p:nvGrpSpPr>
        <p:grpSpPr>
          <a:xfrm>
            <a:off x="208132" y="1154998"/>
            <a:ext cx="2067340" cy="922351"/>
            <a:chOff x="1160890" y="230587"/>
            <a:chExt cx="2067340" cy="922351"/>
          </a:xfrm>
        </p:grpSpPr>
        <p:grpSp>
          <p:nvGrpSpPr>
            <p:cNvPr id="9" name="Group 8">
              <a:extLst>
                <a:ext uri="{FF2B5EF4-FFF2-40B4-BE49-F238E27FC236}">
                  <a16:creationId xmlns:a16="http://schemas.microsoft.com/office/drawing/2014/main" id="{49AC080F-936D-B508-A87A-55F9F13221B5}"/>
                </a:ext>
              </a:extLst>
            </p:cNvPr>
            <p:cNvGrpSpPr/>
            <p:nvPr/>
          </p:nvGrpSpPr>
          <p:grpSpPr>
            <a:xfrm>
              <a:off x="1160890" y="230587"/>
              <a:ext cx="2067340" cy="922351"/>
              <a:chOff x="1160890" y="230587"/>
              <a:chExt cx="2067340" cy="922351"/>
            </a:xfrm>
          </p:grpSpPr>
          <p:pic>
            <p:nvPicPr>
              <p:cNvPr id="11" name="Graphic 10" descr="Qr Code with solid fill">
                <a:extLst>
                  <a:ext uri="{FF2B5EF4-FFF2-40B4-BE49-F238E27FC236}">
                    <a16:creationId xmlns:a16="http://schemas.microsoft.com/office/drawing/2014/main" id="{12DC38C8-6C6E-B2E5-CDEF-FF1A074C36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1573" y="749080"/>
                <a:ext cx="380999" cy="380999"/>
              </a:xfrm>
              <a:prstGeom prst="rect">
                <a:avLst/>
              </a:prstGeom>
            </p:spPr>
          </p:pic>
          <p:sp>
            <p:nvSpPr>
              <p:cNvPr id="12" name="Rectangle 11">
                <a:extLst>
                  <a:ext uri="{FF2B5EF4-FFF2-40B4-BE49-F238E27FC236}">
                    <a16:creationId xmlns:a16="http://schemas.microsoft.com/office/drawing/2014/main" id="{1B995448-B257-16A6-47E9-0DD974DDC46A}"/>
                  </a:ext>
                </a:extLst>
              </p:cNvPr>
              <p:cNvSpPr/>
              <p:nvPr/>
            </p:nvSpPr>
            <p:spPr>
              <a:xfrm>
                <a:off x="1160890" y="230587"/>
                <a:ext cx="2067340" cy="9223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AF7F2E3-6F1D-5BA8-FE06-129BD29C753D}"/>
                  </a:ext>
                </a:extLst>
              </p:cNvPr>
              <p:cNvSpPr txBox="1"/>
              <p:nvPr/>
            </p:nvSpPr>
            <p:spPr>
              <a:xfrm>
                <a:off x="1475134" y="361763"/>
                <a:ext cx="1697438" cy="415498"/>
              </a:xfrm>
              <a:prstGeom prst="rect">
                <a:avLst/>
              </a:prstGeom>
              <a:noFill/>
            </p:spPr>
            <p:txBody>
              <a:bodyPr wrap="square" rtlCol="0">
                <a:spAutoFit/>
              </a:bodyPr>
              <a:lstStyle/>
              <a:p>
                <a:r>
                  <a:rPr lang="en-US" sz="1050" dirty="0"/>
                  <a:t>7</a:t>
                </a:r>
                <a:r>
                  <a:rPr lang="en-US" altLang="zh-CN" sz="1050" dirty="0"/>
                  <a:t>06271    </a:t>
                </a:r>
                <a:r>
                  <a:rPr lang="en-US" sz="1050" dirty="0"/>
                  <a:t>D01    I</a:t>
                </a:r>
                <a:r>
                  <a:rPr lang="en-US" altLang="zh-CN" sz="1050" dirty="0"/>
                  <a:t>ndoor</a:t>
                </a:r>
              </a:p>
              <a:p>
                <a:r>
                  <a:rPr lang="en-US" sz="1050" dirty="0"/>
                  <a:t>Q53+Q91+W4</a:t>
                </a:r>
              </a:p>
            </p:txBody>
          </p:sp>
          <p:sp>
            <p:nvSpPr>
              <p:cNvPr id="14" name="Oval 13">
                <a:extLst>
                  <a:ext uri="{FF2B5EF4-FFF2-40B4-BE49-F238E27FC236}">
                    <a16:creationId xmlns:a16="http://schemas.microsoft.com/office/drawing/2014/main" id="{81B55901-425E-5DC6-1923-354F67442292}"/>
                  </a:ext>
                </a:extLst>
              </p:cNvPr>
              <p:cNvSpPr/>
              <p:nvPr/>
            </p:nvSpPr>
            <p:spPr>
              <a:xfrm>
                <a:off x="1335818" y="931959"/>
                <a:ext cx="198782" cy="1905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B0CC786-3A5F-4F66-BCE6-F5F0919CF5C5}"/>
                  </a:ext>
                </a:extLst>
              </p:cNvPr>
              <p:cNvSpPr/>
              <p:nvPr/>
            </p:nvSpPr>
            <p:spPr>
              <a:xfrm>
                <a:off x="1455088" y="931959"/>
                <a:ext cx="198782" cy="1905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F8204BC-A7C5-2291-786D-FAD86EC3AA80}"/>
                  </a:ext>
                </a:extLst>
              </p:cNvPr>
              <p:cNvSpPr/>
              <p:nvPr/>
            </p:nvSpPr>
            <p:spPr>
              <a:xfrm>
                <a:off x="1582308" y="931959"/>
                <a:ext cx="198782" cy="1905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Graphic 9" descr="Qr Code with solid fill">
              <a:extLst>
                <a:ext uri="{FF2B5EF4-FFF2-40B4-BE49-F238E27FC236}">
                  <a16:creationId xmlns:a16="http://schemas.microsoft.com/office/drawing/2014/main" id="{EE3A83DE-3A74-B1C4-4A79-2272BFF72C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95334" y="749080"/>
              <a:ext cx="380999" cy="380999"/>
            </a:xfrm>
            <a:prstGeom prst="rect">
              <a:avLst/>
            </a:prstGeom>
          </p:spPr>
        </p:pic>
      </p:grpSp>
      <p:grpSp>
        <p:nvGrpSpPr>
          <p:cNvPr id="17" name="Group 16">
            <a:extLst>
              <a:ext uri="{FF2B5EF4-FFF2-40B4-BE49-F238E27FC236}">
                <a16:creationId xmlns:a16="http://schemas.microsoft.com/office/drawing/2014/main" id="{340E306F-A33B-AA47-3803-1D7BE199EE56}"/>
              </a:ext>
            </a:extLst>
          </p:cNvPr>
          <p:cNvGrpSpPr/>
          <p:nvPr/>
        </p:nvGrpSpPr>
        <p:grpSpPr>
          <a:xfrm>
            <a:off x="5172877" y="4619102"/>
            <a:ext cx="2250218" cy="1953082"/>
            <a:chOff x="5046429" y="4368204"/>
            <a:chExt cx="2250218" cy="1953082"/>
          </a:xfrm>
        </p:grpSpPr>
        <p:sp>
          <p:nvSpPr>
            <p:cNvPr id="18" name="Rectangle 17">
              <a:extLst>
                <a:ext uri="{FF2B5EF4-FFF2-40B4-BE49-F238E27FC236}">
                  <a16:creationId xmlns:a16="http://schemas.microsoft.com/office/drawing/2014/main" id="{C69DF843-1564-353A-9FCD-8228FA460D3E}"/>
                </a:ext>
              </a:extLst>
            </p:cNvPr>
            <p:cNvSpPr/>
            <p:nvPr/>
          </p:nvSpPr>
          <p:spPr>
            <a:xfrm>
              <a:off x="5046429" y="4368204"/>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5 Input inspection result</a:t>
              </a:r>
              <a:endParaRPr lang="en-US" sz="1600" dirty="0">
                <a:solidFill>
                  <a:sysClr val="windowText" lastClr="000000"/>
                </a:solidFill>
              </a:endParaRPr>
            </a:p>
          </p:txBody>
        </p:sp>
        <p:sp>
          <p:nvSpPr>
            <p:cNvPr id="19" name="Rectangle 18">
              <a:extLst>
                <a:ext uri="{FF2B5EF4-FFF2-40B4-BE49-F238E27FC236}">
                  <a16:creationId xmlns:a16="http://schemas.microsoft.com/office/drawing/2014/main" id="{EFBB1757-1A09-4E66-B7F2-D9C6613A18A7}"/>
                </a:ext>
              </a:extLst>
            </p:cNvPr>
            <p:cNvSpPr/>
            <p:nvPr/>
          </p:nvSpPr>
          <p:spPr>
            <a:xfrm>
              <a:off x="5046429" y="5083821"/>
              <a:ext cx="2250218" cy="12374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20" name="Rectangle 19">
              <a:extLst>
                <a:ext uri="{FF2B5EF4-FFF2-40B4-BE49-F238E27FC236}">
                  <a16:creationId xmlns:a16="http://schemas.microsoft.com/office/drawing/2014/main" id="{ABE70A91-1C20-F377-A796-BAE85698E0BC}"/>
                </a:ext>
              </a:extLst>
            </p:cNvPr>
            <p:cNvSpPr/>
            <p:nvPr/>
          </p:nvSpPr>
          <p:spPr>
            <a:xfrm>
              <a:off x="5548022" y="5206634"/>
              <a:ext cx="1210586" cy="2921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ysClr val="windowText" lastClr="000000"/>
                  </a:solidFill>
                </a:rPr>
                <a:t>OK</a:t>
              </a:r>
              <a:endParaRPr lang="en-US" sz="1200" dirty="0">
                <a:solidFill>
                  <a:sysClr val="windowText" lastClr="000000"/>
                </a:solidFill>
              </a:endParaRPr>
            </a:p>
          </p:txBody>
        </p:sp>
        <p:sp>
          <p:nvSpPr>
            <p:cNvPr id="21" name="Rectangle 20">
              <a:extLst>
                <a:ext uri="{FF2B5EF4-FFF2-40B4-BE49-F238E27FC236}">
                  <a16:creationId xmlns:a16="http://schemas.microsoft.com/office/drawing/2014/main" id="{D7845EC2-09AA-39A8-FD0D-B1B0A1EAC432}"/>
                </a:ext>
              </a:extLst>
            </p:cNvPr>
            <p:cNvSpPr/>
            <p:nvPr/>
          </p:nvSpPr>
          <p:spPr>
            <a:xfrm>
              <a:off x="5548022" y="5556463"/>
              <a:ext cx="1210586" cy="2921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ysClr val="windowText" lastClr="000000"/>
                  </a:solidFill>
                </a:rPr>
                <a:t>NOK+Reason</a:t>
              </a:r>
              <a:endParaRPr lang="en-US" sz="1200" dirty="0">
                <a:solidFill>
                  <a:sysClr val="windowText" lastClr="000000"/>
                </a:solidFill>
              </a:endParaRPr>
            </a:p>
          </p:txBody>
        </p:sp>
        <p:sp>
          <p:nvSpPr>
            <p:cNvPr id="22" name="Rectangle 21">
              <a:extLst>
                <a:ext uri="{FF2B5EF4-FFF2-40B4-BE49-F238E27FC236}">
                  <a16:creationId xmlns:a16="http://schemas.microsoft.com/office/drawing/2014/main" id="{DD01C250-3474-175A-744E-EC2FDD8B7D3C}"/>
                </a:ext>
              </a:extLst>
            </p:cNvPr>
            <p:cNvSpPr/>
            <p:nvPr/>
          </p:nvSpPr>
          <p:spPr>
            <a:xfrm>
              <a:off x="5548022" y="5906292"/>
              <a:ext cx="1210586" cy="2921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ysClr val="windowText" lastClr="000000"/>
                  </a:solidFill>
                </a:rPr>
                <a:t>Skipped</a:t>
              </a:r>
              <a:endParaRPr lang="en-US" sz="1200" dirty="0">
                <a:solidFill>
                  <a:sysClr val="windowText" lastClr="000000"/>
                </a:solidFill>
              </a:endParaRPr>
            </a:p>
          </p:txBody>
        </p:sp>
      </p:grpSp>
      <p:grpSp>
        <p:nvGrpSpPr>
          <p:cNvPr id="23" name="Group 22">
            <a:extLst>
              <a:ext uri="{FF2B5EF4-FFF2-40B4-BE49-F238E27FC236}">
                <a16:creationId xmlns:a16="http://schemas.microsoft.com/office/drawing/2014/main" id="{751059B7-94AA-662F-311C-0459B91D8E8F}"/>
              </a:ext>
            </a:extLst>
          </p:cNvPr>
          <p:cNvGrpSpPr/>
          <p:nvPr/>
        </p:nvGrpSpPr>
        <p:grpSpPr>
          <a:xfrm>
            <a:off x="5172877" y="2851681"/>
            <a:ext cx="2250219" cy="1431567"/>
            <a:chOff x="5046428" y="2550004"/>
            <a:chExt cx="2250219" cy="1431567"/>
          </a:xfrm>
        </p:grpSpPr>
        <p:sp>
          <p:nvSpPr>
            <p:cNvPr id="24" name="Rectangle 23">
              <a:extLst>
                <a:ext uri="{FF2B5EF4-FFF2-40B4-BE49-F238E27FC236}">
                  <a16:creationId xmlns:a16="http://schemas.microsoft.com/office/drawing/2014/main" id="{C44C9127-5D42-6329-E6F5-75B4E7C08E0D}"/>
                </a:ext>
              </a:extLst>
            </p:cNvPr>
            <p:cNvSpPr/>
            <p:nvPr/>
          </p:nvSpPr>
          <p:spPr>
            <a:xfrm>
              <a:off x="5046429" y="2550004"/>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4 Display inspection items on the glasses</a:t>
              </a:r>
              <a:endParaRPr lang="en-US" sz="1600" dirty="0">
                <a:solidFill>
                  <a:sysClr val="windowText" lastClr="000000"/>
                </a:solidFill>
              </a:endParaRPr>
            </a:p>
          </p:txBody>
        </p:sp>
        <p:sp>
          <p:nvSpPr>
            <p:cNvPr id="25" name="Rectangle 24">
              <a:extLst>
                <a:ext uri="{FF2B5EF4-FFF2-40B4-BE49-F238E27FC236}">
                  <a16:creationId xmlns:a16="http://schemas.microsoft.com/office/drawing/2014/main" id="{074EA742-B1C5-6A92-C1E2-6A19B5118759}"/>
                </a:ext>
              </a:extLst>
            </p:cNvPr>
            <p:cNvSpPr/>
            <p:nvPr/>
          </p:nvSpPr>
          <p:spPr>
            <a:xfrm>
              <a:off x="5046428" y="3265953"/>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rPr>
                <a:t>Inspection a, verify the information required to fill out in assembly documents.</a:t>
              </a:r>
            </a:p>
            <a:p>
              <a:endParaRPr lang="en-US" sz="400" dirty="0">
                <a:solidFill>
                  <a:schemeClr val="tx1"/>
                </a:solidFill>
              </a:endParaRPr>
            </a:p>
            <a:p>
              <a:r>
                <a:rPr lang="en-US" sz="800" dirty="0">
                  <a:solidFill>
                    <a:schemeClr val="tx1"/>
                  </a:solidFill>
                </a:rPr>
                <a:t>Please confirm whether the device is qualified for this inspection item?</a:t>
              </a:r>
            </a:p>
          </p:txBody>
        </p:sp>
      </p:grpSp>
      <p:grpSp>
        <p:nvGrpSpPr>
          <p:cNvPr id="26" name="Group 25">
            <a:extLst>
              <a:ext uri="{FF2B5EF4-FFF2-40B4-BE49-F238E27FC236}">
                <a16:creationId xmlns:a16="http://schemas.microsoft.com/office/drawing/2014/main" id="{4D267A99-866A-32D5-F7D2-09B8230AE9A3}"/>
              </a:ext>
            </a:extLst>
          </p:cNvPr>
          <p:cNvGrpSpPr/>
          <p:nvPr/>
        </p:nvGrpSpPr>
        <p:grpSpPr>
          <a:xfrm>
            <a:off x="1875901" y="2494202"/>
            <a:ext cx="2250218" cy="1953083"/>
            <a:chOff x="1069451" y="1877832"/>
            <a:chExt cx="2250218" cy="1953083"/>
          </a:xfrm>
        </p:grpSpPr>
        <p:sp>
          <p:nvSpPr>
            <p:cNvPr id="27" name="Rectangle 26">
              <a:extLst>
                <a:ext uri="{FF2B5EF4-FFF2-40B4-BE49-F238E27FC236}">
                  <a16:creationId xmlns:a16="http://schemas.microsoft.com/office/drawing/2014/main" id="{1F0ECB57-21EA-F10B-B7B9-68002789155A}"/>
                </a:ext>
              </a:extLst>
            </p:cNvPr>
            <p:cNvSpPr/>
            <p:nvPr/>
          </p:nvSpPr>
          <p:spPr>
            <a:xfrm>
              <a:off x="1069451" y="1877832"/>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1 Scan QR Code on the mark of the device</a:t>
              </a:r>
              <a:endParaRPr lang="en-US" sz="1600" dirty="0">
                <a:solidFill>
                  <a:sysClr val="windowText" lastClr="000000"/>
                </a:solidFill>
              </a:endParaRPr>
            </a:p>
          </p:txBody>
        </p:sp>
        <p:sp>
          <p:nvSpPr>
            <p:cNvPr id="28" name="Rectangle 27">
              <a:extLst>
                <a:ext uri="{FF2B5EF4-FFF2-40B4-BE49-F238E27FC236}">
                  <a16:creationId xmlns:a16="http://schemas.microsoft.com/office/drawing/2014/main" id="{081276F7-0013-A57C-4C73-CC5A735AA72F}"/>
                </a:ext>
              </a:extLst>
            </p:cNvPr>
            <p:cNvSpPr/>
            <p:nvPr/>
          </p:nvSpPr>
          <p:spPr>
            <a:xfrm>
              <a:off x="1069451" y="2593450"/>
              <a:ext cx="2250218" cy="12374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rPr>
                <a:t>{</a:t>
              </a:r>
            </a:p>
            <a:p>
              <a:r>
                <a:rPr lang="en-US" sz="800" dirty="0">
                  <a:solidFill>
                    <a:schemeClr val="tx1"/>
                  </a:solidFill>
                </a:rPr>
                <a:t>  "</a:t>
              </a:r>
              <a:r>
                <a:rPr lang="en-US" sz="800" dirty="0" err="1">
                  <a:solidFill>
                    <a:schemeClr val="tx1"/>
                  </a:solidFill>
                </a:rPr>
                <a:t>device_id</a:t>
              </a:r>
              <a:r>
                <a:rPr lang="en-US" sz="800" dirty="0">
                  <a:solidFill>
                    <a:schemeClr val="tx1"/>
                  </a:solidFill>
                </a:rPr>
                <a:t>": "8DN9-2", </a:t>
              </a:r>
            </a:p>
            <a:p>
              <a:r>
                <a:rPr lang="en-US" sz="800" dirty="0">
                  <a:solidFill>
                    <a:schemeClr val="tx1"/>
                  </a:solidFill>
                </a:rPr>
                <a:t>  "</a:t>
              </a:r>
              <a:r>
                <a:rPr lang="en-US" sz="800" dirty="0" err="1">
                  <a:solidFill>
                    <a:schemeClr val="tx1"/>
                  </a:solidFill>
                </a:rPr>
                <a:t>proj_id</a:t>
              </a:r>
              <a:r>
                <a:rPr lang="en-US" sz="800" dirty="0">
                  <a:solidFill>
                    <a:schemeClr val="tx1"/>
                  </a:solidFill>
                </a:rPr>
                <a:t>": 706271, </a:t>
              </a:r>
            </a:p>
            <a:p>
              <a:r>
                <a:rPr lang="en-US" sz="800" dirty="0">
                  <a:solidFill>
                    <a:schemeClr val="tx1"/>
                  </a:solidFill>
                </a:rPr>
                <a:t>  "</a:t>
              </a:r>
              <a:r>
                <a:rPr lang="en-US" sz="800" dirty="0" err="1">
                  <a:solidFill>
                    <a:schemeClr val="tx1"/>
                  </a:solidFill>
                </a:rPr>
                <a:t>bay_id</a:t>
              </a:r>
              <a:r>
                <a:rPr lang="en-US" sz="800" dirty="0">
                  <a:solidFill>
                    <a:schemeClr val="tx1"/>
                  </a:solidFill>
                </a:rPr>
                <a:t>": "D01", </a:t>
              </a:r>
            </a:p>
            <a:p>
              <a:r>
                <a:rPr lang="en-US" sz="800" dirty="0">
                  <a:solidFill>
                    <a:schemeClr val="tx1"/>
                  </a:solidFill>
                </a:rPr>
                <a:t>  "</a:t>
              </a:r>
              <a:r>
                <a:rPr lang="en-US" sz="800" dirty="0" err="1">
                  <a:solidFill>
                    <a:schemeClr val="tx1"/>
                  </a:solidFill>
                </a:rPr>
                <a:t>batch_id</a:t>
              </a:r>
              <a:r>
                <a:rPr lang="en-US" sz="800" dirty="0">
                  <a:solidFill>
                    <a:schemeClr val="tx1"/>
                  </a:solidFill>
                </a:rPr>
                <a:t>": 31302675, </a:t>
              </a:r>
            </a:p>
            <a:p>
              <a:r>
                <a:rPr lang="en-US" sz="800" dirty="0">
                  <a:solidFill>
                    <a:schemeClr val="tx1"/>
                  </a:solidFill>
                </a:rPr>
                <a:t>  "</a:t>
              </a:r>
              <a:r>
                <a:rPr lang="en-US" sz="800" dirty="0" err="1">
                  <a:solidFill>
                    <a:schemeClr val="tx1"/>
                  </a:solidFill>
                </a:rPr>
                <a:t>hzdrawing_page</a:t>
              </a:r>
              <a:r>
                <a:rPr lang="en-US" sz="800" dirty="0">
                  <a:solidFill>
                    <a:schemeClr val="tx1"/>
                  </a:solidFill>
                </a:rPr>
                <a:t>": "HZ-478-M706271-B07",</a:t>
              </a:r>
            </a:p>
            <a:p>
              <a:r>
                <a:rPr lang="en-US" sz="800" dirty="0">
                  <a:solidFill>
                    <a:schemeClr val="tx1"/>
                  </a:solidFill>
                </a:rPr>
                <a:t>  "</a:t>
              </a:r>
              <a:r>
                <a:rPr lang="en-US" sz="800" dirty="0" err="1">
                  <a:solidFill>
                    <a:schemeClr val="tx1"/>
                  </a:solidFill>
                </a:rPr>
                <a:t>transportation_cell_symbol</a:t>
              </a:r>
              <a:r>
                <a:rPr lang="en-US" sz="800" dirty="0">
                  <a:solidFill>
                    <a:schemeClr val="tx1"/>
                  </a:solidFill>
                </a:rPr>
                <a:t>": "Q53+Q91+W4“</a:t>
              </a:r>
            </a:p>
            <a:p>
              <a:r>
                <a:rPr lang="en-US" sz="800" dirty="0">
                  <a:solidFill>
                    <a:schemeClr val="tx1"/>
                  </a:solidFill>
                </a:rPr>
                <a:t>}</a:t>
              </a:r>
              <a:endParaRPr lang="en-US" sz="800" dirty="0"/>
            </a:p>
          </p:txBody>
        </p:sp>
      </p:grpSp>
      <p:sp>
        <p:nvSpPr>
          <p:cNvPr id="29" name="Rectangle 28">
            <a:extLst>
              <a:ext uri="{FF2B5EF4-FFF2-40B4-BE49-F238E27FC236}">
                <a16:creationId xmlns:a16="http://schemas.microsoft.com/office/drawing/2014/main" id="{654C2163-E2D9-F3F7-63D4-683BFDABB052}"/>
              </a:ext>
            </a:extLst>
          </p:cNvPr>
          <p:cNvSpPr/>
          <p:nvPr/>
        </p:nvSpPr>
        <p:spPr>
          <a:xfrm>
            <a:off x="8469853" y="468616"/>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6 Write inspection results in the database</a:t>
            </a:r>
            <a:endParaRPr lang="en-US" sz="1600" dirty="0">
              <a:solidFill>
                <a:sysClr val="windowText" lastClr="000000"/>
              </a:solidFill>
            </a:endParaRPr>
          </a:p>
        </p:txBody>
      </p:sp>
      <p:sp>
        <p:nvSpPr>
          <p:cNvPr id="30" name="Rectangle 29">
            <a:extLst>
              <a:ext uri="{FF2B5EF4-FFF2-40B4-BE49-F238E27FC236}">
                <a16:creationId xmlns:a16="http://schemas.microsoft.com/office/drawing/2014/main" id="{FD4FACF0-286D-EE05-404D-621A6BCE4713}"/>
              </a:ext>
            </a:extLst>
          </p:cNvPr>
          <p:cNvSpPr/>
          <p:nvPr/>
        </p:nvSpPr>
        <p:spPr>
          <a:xfrm>
            <a:off x="8469853" y="2020037"/>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7 Export inspection results as intermediate table</a:t>
            </a:r>
            <a:endParaRPr lang="en-US" sz="1600" dirty="0">
              <a:solidFill>
                <a:sysClr val="windowText" lastClr="000000"/>
              </a:solidFill>
            </a:endParaRPr>
          </a:p>
        </p:txBody>
      </p:sp>
      <p:sp>
        <p:nvSpPr>
          <p:cNvPr id="31" name="Rectangle 30">
            <a:extLst>
              <a:ext uri="{FF2B5EF4-FFF2-40B4-BE49-F238E27FC236}">
                <a16:creationId xmlns:a16="http://schemas.microsoft.com/office/drawing/2014/main" id="{F5F32D41-11AC-5C58-CCA8-AF74D264FE51}"/>
              </a:ext>
            </a:extLst>
          </p:cNvPr>
          <p:cNvSpPr/>
          <p:nvPr/>
        </p:nvSpPr>
        <p:spPr>
          <a:xfrm>
            <a:off x="8469853" y="3567630"/>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8 Fill in the FCR with corresponding data</a:t>
            </a:r>
            <a:endParaRPr lang="en-US" sz="1600" dirty="0">
              <a:solidFill>
                <a:sysClr val="windowText" lastClr="000000"/>
              </a:solidFill>
            </a:endParaRPr>
          </a:p>
        </p:txBody>
      </p:sp>
      <p:sp>
        <p:nvSpPr>
          <p:cNvPr id="32" name="Rectangle 31">
            <a:extLst>
              <a:ext uri="{FF2B5EF4-FFF2-40B4-BE49-F238E27FC236}">
                <a16:creationId xmlns:a16="http://schemas.microsoft.com/office/drawing/2014/main" id="{623519E6-6F00-3D84-0DAD-ACE654AA5254}"/>
              </a:ext>
            </a:extLst>
          </p:cNvPr>
          <p:cNvSpPr/>
          <p:nvPr/>
        </p:nvSpPr>
        <p:spPr>
          <a:xfrm>
            <a:off x="8469853" y="4712098"/>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ysClr val="windowText" lastClr="000000"/>
                </a:solidFill>
              </a:rPr>
              <a:t>9 Adjust the FCR</a:t>
            </a:r>
          </a:p>
          <a:p>
            <a:r>
              <a:rPr lang="en-US" sz="1600" dirty="0">
                <a:solidFill>
                  <a:sysClr val="windowText" lastClr="000000"/>
                </a:solidFill>
              </a:rPr>
              <a:t>(Format, Content, etc.)</a:t>
            </a:r>
          </a:p>
        </p:txBody>
      </p:sp>
      <p:sp>
        <p:nvSpPr>
          <p:cNvPr id="33" name="Rectangle 32">
            <a:extLst>
              <a:ext uri="{FF2B5EF4-FFF2-40B4-BE49-F238E27FC236}">
                <a16:creationId xmlns:a16="http://schemas.microsoft.com/office/drawing/2014/main" id="{33C3677C-8B7A-A0E1-EBDE-4BDE693BC9EF}"/>
              </a:ext>
            </a:extLst>
          </p:cNvPr>
          <p:cNvSpPr/>
          <p:nvPr/>
        </p:nvSpPr>
        <p:spPr>
          <a:xfrm>
            <a:off x="8469853" y="5856566"/>
            <a:ext cx="2250218" cy="715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ysClr val="windowText" lastClr="000000"/>
                </a:solidFill>
              </a:rPr>
              <a:t>10 Finish</a:t>
            </a:r>
            <a:endParaRPr lang="en-US" dirty="0">
              <a:solidFill>
                <a:sysClr val="windowText" lastClr="000000"/>
              </a:solidFill>
            </a:endParaRPr>
          </a:p>
        </p:txBody>
      </p:sp>
      <p:sp>
        <p:nvSpPr>
          <p:cNvPr id="34" name="Arrow: Bent 33">
            <a:extLst>
              <a:ext uri="{FF2B5EF4-FFF2-40B4-BE49-F238E27FC236}">
                <a16:creationId xmlns:a16="http://schemas.microsoft.com/office/drawing/2014/main" id="{9F620240-87F8-D2D4-F89D-511D5067BA0A}"/>
              </a:ext>
            </a:extLst>
          </p:cNvPr>
          <p:cNvSpPr/>
          <p:nvPr/>
        </p:nvSpPr>
        <p:spPr>
          <a:xfrm rot="10800000" flipH="1">
            <a:off x="1264626" y="2295990"/>
            <a:ext cx="499794" cy="969160"/>
          </a:xfrm>
          <a:prstGeom prst="bentArrow">
            <a:avLst>
              <a:gd name="adj1" fmla="val 18711"/>
              <a:gd name="adj2" fmla="val 20914"/>
              <a:gd name="adj3" fmla="val 50000"/>
              <a:gd name="adj4" fmla="val 4375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FD32EED8-03F0-6CD4-62B1-9A3F8A283937}"/>
              </a:ext>
            </a:extLst>
          </p:cNvPr>
          <p:cNvSpPr txBox="1"/>
          <p:nvPr/>
        </p:nvSpPr>
        <p:spPr>
          <a:xfrm>
            <a:off x="660847" y="2226294"/>
            <a:ext cx="626001" cy="261610"/>
          </a:xfrm>
          <a:prstGeom prst="rect">
            <a:avLst/>
          </a:prstGeom>
          <a:noFill/>
        </p:spPr>
        <p:txBody>
          <a:bodyPr wrap="square" rtlCol="0">
            <a:spAutoFit/>
          </a:bodyPr>
          <a:lstStyle/>
          <a:p>
            <a:r>
              <a:rPr lang="en-US" sz="1100" b="1" dirty="0">
                <a:solidFill>
                  <a:schemeClr val="accent2"/>
                </a:solidFill>
              </a:rPr>
              <a:t>Scan</a:t>
            </a:r>
          </a:p>
        </p:txBody>
      </p:sp>
      <p:pic>
        <p:nvPicPr>
          <p:cNvPr id="36" name="Picture 35" descr="扣子PPT - AI工具箱网">
            <a:extLst>
              <a:ext uri="{FF2B5EF4-FFF2-40B4-BE49-F238E27FC236}">
                <a16:creationId xmlns:a16="http://schemas.microsoft.com/office/drawing/2014/main" id="{B7128B36-DF3B-8FDB-2315-1886DF633012}"/>
              </a:ext>
            </a:extLst>
          </p:cNvPr>
          <p:cNvPicPr>
            <a:picLocks noChangeAspect="1"/>
          </p:cNvPicPr>
          <p:nvPr/>
        </p:nvPicPr>
        <p:blipFill>
          <a:blip r:embed="rId5"/>
          <a:stretch>
            <a:fillRect/>
          </a:stretch>
        </p:blipFill>
        <p:spPr>
          <a:xfrm>
            <a:off x="2232584" y="4518326"/>
            <a:ext cx="490057" cy="490057"/>
          </a:xfrm>
          <a:prstGeom prst="rect">
            <a:avLst/>
          </a:prstGeom>
        </p:spPr>
      </p:pic>
      <p:sp>
        <p:nvSpPr>
          <p:cNvPr id="37" name="Rectangle: Rounded Corners 36">
            <a:extLst>
              <a:ext uri="{FF2B5EF4-FFF2-40B4-BE49-F238E27FC236}">
                <a16:creationId xmlns:a16="http://schemas.microsoft.com/office/drawing/2014/main" id="{78F41E32-F01B-4E11-6A5C-BAB6C25C5694}"/>
              </a:ext>
            </a:extLst>
          </p:cNvPr>
          <p:cNvSpPr/>
          <p:nvPr/>
        </p:nvSpPr>
        <p:spPr>
          <a:xfrm>
            <a:off x="794623" y="4675019"/>
            <a:ext cx="981653" cy="428850"/>
          </a:xfrm>
          <a:prstGeom prst="roundRect">
            <a:avLst>
              <a:gd name="adj" fmla="val 50000"/>
            </a:avLst>
          </a:prstGeom>
          <a:solidFill>
            <a:schemeClr val="accent5">
              <a:lumMod val="40000"/>
              <a:lumOff val="6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API</a:t>
            </a:r>
          </a:p>
        </p:txBody>
      </p:sp>
      <p:cxnSp>
        <p:nvCxnSpPr>
          <p:cNvPr id="38" name="Straight Arrow Connector 37">
            <a:extLst>
              <a:ext uri="{FF2B5EF4-FFF2-40B4-BE49-F238E27FC236}">
                <a16:creationId xmlns:a16="http://schemas.microsoft.com/office/drawing/2014/main" id="{C1AD8205-3D56-16FD-93EC-88A7ED77B917}"/>
              </a:ext>
            </a:extLst>
          </p:cNvPr>
          <p:cNvCxnSpPr>
            <a:cxnSpLocks/>
            <a:endCxn id="37" idx="0"/>
          </p:cNvCxnSpPr>
          <p:nvPr/>
        </p:nvCxnSpPr>
        <p:spPr>
          <a:xfrm>
            <a:off x="1285450" y="4246169"/>
            <a:ext cx="0" cy="42885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28506525-E09B-EE62-896E-6375D41FE9C9}"/>
              </a:ext>
            </a:extLst>
          </p:cNvPr>
          <p:cNvCxnSpPr>
            <a:cxnSpLocks/>
          </p:cNvCxnSpPr>
          <p:nvPr/>
        </p:nvCxnSpPr>
        <p:spPr>
          <a:xfrm>
            <a:off x="1285450" y="5103869"/>
            <a:ext cx="0" cy="42885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A010F9D4-8368-3105-0FA1-62F9C353D6D7}"/>
              </a:ext>
            </a:extLst>
          </p:cNvPr>
          <p:cNvSpPr txBox="1"/>
          <p:nvPr/>
        </p:nvSpPr>
        <p:spPr>
          <a:xfrm>
            <a:off x="-79714" y="4259034"/>
            <a:ext cx="1384102" cy="415498"/>
          </a:xfrm>
          <a:prstGeom prst="rect">
            <a:avLst/>
          </a:prstGeom>
          <a:noFill/>
        </p:spPr>
        <p:txBody>
          <a:bodyPr wrap="square" rtlCol="0">
            <a:spAutoFit/>
          </a:bodyPr>
          <a:lstStyle/>
          <a:p>
            <a:pPr algn="r"/>
            <a:r>
              <a:rPr lang="en-US" altLang="zh-CN" sz="1050" dirty="0"/>
              <a:t>Photo that contains the QR Code</a:t>
            </a:r>
            <a:endParaRPr lang="en-US" sz="1050" dirty="0"/>
          </a:p>
        </p:txBody>
      </p:sp>
      <p:sp>
        <p:nvSpPr>
          <p:cNvPr id="41" name="TextBox 40">
            <a:extLst>
              <a:ext uri="{FF2B5EF4-FFF2-40B4-BE49-F238E27FC236}">
                <a16:creationId xmlns:a16="http://schemas.microsoft.com/office/drawing/2014/main" id="{69FB0CB6-5C22-B170-40B6-2AF7E67A3CCD}"/>
              </a:ext>
            </a:extLst>
          </p:cNvPr>
          <p:cNvSpPr txBox="1"/>
          <p:nvPr/>
        </p:nvSpPr>
        <p:spPr>
          <a:xfrm>
            <a:off x="15325" y="5174772"/>
            <a:ext cx="1226477" cy="415498"/>
          </a:xfrm>
          <a:prstGeom prst="rect">
            <a:avLst/>
          </a:prstGeom>
          <a:noFill/>
        </p:spPr>
        <p:txBody>
          <a:bodyPr wrap="square" rtlCol="0">
            <a:spAutoFit/>
          </a:bodyPr>
          <a:lstStyle/>
          <a:p>
            <a:pPr algn="r"/>
            <a:r>
              <a:rPr lang="en-US" sz="1050" dirty="0"/>
              <a:t>Decoded information</a:t>
            </a:r>
          </a:p>
        </p:txBody>
      </p:sp>
      <p:sp>
        <p:nvSpPr>
          <p:cNvPr id="42" name="TextBox 41">
            <a:extLst>
              <a:ext uri="{FF2B5EF4-FFF2-40B4-BE49-F238E27FC236}">
                <a16:creationId xmlns:a16="http://schemas.microsoft.com/office/drawing/2014/main" id="{9F4EEB00-ACA0-0766-E973-78B3C3D0CFB2}"/>
              </a:ext>
            </a:extLst>
          </p:cNvPr>
          <p:cNvSpPr txBox="1"/>
          <p:nvPr/>
        </p:nvSpPr>
        <p:spPr>
          <a:xfrm>
            <a:off x="1264626" y="4320327"/>
            <a:ext cx="511650" cy="253916"/>
          </a:xfrm>
          <a:prstGeom prst="rect">
            <a:avLst/>
          </a:prstGeom>
          <a:noFill/>
        </p:spPr>
        <p:txBody>
          <a:bodyPr wrap="square" rtlCol="0">
            <a:spAutoFit/>
          </a:bodyPr>
          <a:lstStyle/>
          <a:p>
            <a:r>
              <a:rPr lang="en-US" sz="1050" dirty="0"/>
              <a:t>Input</a:t>
            </a:r>
          </a:p>
        </p:txBody>
      </p:sp>
      <p:sp>
        <p:nvSpPr>
          <p:cNvPr id="43" name="TextBox 42">
            <a:extLst>
              <a:ext uri="{FF2B5EF4-FFF2-40B4-BE49-F238E27FC236}">
                <a16:creationId xmlns:a16="http://schemas.microsoft.com/office/drawing/2014/main" id="{1515634E-F2F5-A188-06CD-9635C3A6977C}"/>
              </a:ext>
            </a:extLst>
          </p:cNvPr>
          <p:cNvSpPr txBox="1"/>
          <p:nvPr/>
        </p:nvSpPr>
        <p:spPr>
          <a:xfrm>
            <a:off x="1264625" y="5174772"/>
            <a:ext cx="611269" cy="253916"/>
          </a:xfrm>
          <a:prstGeom prst="rect">
            <a:avLst/>
          </a:prstGeom>
          <a:noFill/>
        </p:spPr>
        <p:txBody>
          <a:bodyPr wrap="square" rtlCol="0">
            <a:spAutoFit/>
          </a:bodyPr>
          <a:lstStyle/>
          <a:p>
            <a:r>
              <a:rPr lang="en-US" sz="1050" dirty="0"/>
              <a:t>Output</a:t>
            </a:r>
          </a:p>
        </p:txBody>
      </p:sp>
      <p:sp>
        <p:nvSpPr>
          <p:cNvPr id="44" name="Arrow: Right 43">
            <a:extLst>
              <a:ext uri="{FF2B5EF4-FFF2-40B4-BE49-F238E27FC236}">
                <a16:creationId xmlns:a16="http://schemas.microsoft.com/office/drawing/2014/main" id="{6CAE2964-A711-70B7-677B-90301D723D33}"/>
              </a:ext>
            </a:extLst>
          </p:cNvPr>
          <p:cNvSpPr/>
          <p:nvPr/>
        </p:nvSpPr>
        <p:spPr>
          <a:xfrm rot="5400000">
            <a:off x="2680719" y="4676088"/>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48995092-3A37-B875-21BD-14F53C9BE085}"/>
              </a:ext>
            </a:extLst>
          </p:cNvPr>
          <p:cNvSpPr/>
          <p:nvPr/>
        </p:nvSpPr>
        <p:spPr>
          <a:xfrm rot="5400000">
            <a:off x="6011695" y="5540"/>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BB060C13-FABA-088B-70A0-327C642B3806}"/>
              </a:ext>
            </a:extLst>
          </p:cNvPr>
          <p:cNvSpPr/>
          <p:nvPr/>
        </p:nvSpPr>
        <p:spPr>
          <a:xfrm rot="5400000">
            <a:off x="2680719" y="6748150"/>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descr="扣子PPT - AI工具箱网">
            <a:extLst>
              <a:ext uri="{FF2B5EF4-FFF2-40B4-BE49-F238E27FC236}">
                <a16:creationId xmlns:a16="http://schemas.microsoft.com/office/drawing/2014/main" id="{201A3D9D-EBC9-6C75-636F-4F01BC218DE5}"/>
              </a:ext>
            </a:extLst>
          </p:cNvPr>
          <p:cNvPicPr>
            <a:picLocks noChangeAspect="1"/>
          </p:cNvPicPr>
          <p:nvPr/>
        </p:nvPicPr>
        <p:blipFill>
          <a:blip r:embed="rId5"/>
          <a:stretch>
            <a:fillRect/>
          </a:stretch>
        </p:blipFill>
        <p:spPr>
          <a:xfrm>
            <a:off x="8868789" y="1290169"/>
            <a:ext cx="490057" cy="490057"/>
          </a:xfrm>
          <a:prstGeom prst="rect">
            <a:avLst/>
          </a:prstGeom>
        </p:spPr>
      </p:pic>
      <p:sp>
        <p:nvSpPr>
          <p:cNvPr id="48" name="Rectangle: Rounded Corners 47">
            <a:extLst>
              <a:ext uri="{FF2B5EF4-FFF2-40B4-BE49-F238E27FC236}">
                <a16:creationId xmlns:a16="http://schemas.microsoft.com/office/drawing/2014/main" id="{AF774118-A97C-D78D-66B6-54848A16A880}"/>
              </a:ext>
            </a:extLst>
          </p:cNvPr>
          <p:cNvSpPr/>
          <p:nvPr/>
        </p:nvSpPr>
        <p:spPr>
          <a:xfrm>
            <a:off x="11012603" y="1520762"/>
            <a:ext cx="981653" cy="428850"/>
          </a:xfrm>
          <a:prstGeom prst="roundRect">
            <a:avLst>
              <a:gd name="adj" fmla="val 50000"/>
            </a:avLst>
          </a:prstGeom>
          <a:solidFill>
            <a:schemeClr val="accent5">
              <a:lumMod val="40000"/>
              <a:lumOff val="6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API</a:t>
            </a:r>
          </a:p>
        </p:txBody>
      </p:sp>
      <p:cxnSp>
        <p:nvCxnSpPr>
          <p:cNvPr id="49" name="Straight Arrow Connector 48">
            <a:extLst>
              <a:ext uri="{FF2B5EF4-FFF2-40B4-BE49-F238E27FC236}">
                <a16:creationId xmlns:a16="http://schemas.microsoft.com/office/drawing/2014/main" id="{F5F3533C-67C6-A76A-BAD5-D72AF1E00515}"/>
              </a:ext>
            </a:extLst>
          </p:cNvPr>
          <p:cNvCxnSpPr>
            <a:cxnSpLocks/>
            <a:endCxn id="48" idx="0"/>
          </p:cNvCxnSpPr>
          <p:nvPr/>
        </p:nvCxnSpPr>
        <p:spPr>
          <a:xfrm>
            <a:off x="11503430" y="1091912"/>
            <a:ext cx="0" cy="42885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DFCD3DED-C4CC-1971-1F32-3262749F013C}"/>
              </a:ext>
            </a:extLst>
          </p:cNvPr>
          <p:cNvCxnSpPr>
            <a:cxnSpLocks/>
          </p:cNvCxnSpPr>
          <p:nvPr/>
        </p:nvCxnSpPr>
        <p:spPr>
          <a:xfrm>
            <a:off x="11503430" y="1949612"/>
            <a:ext cx="0" cy="902069"/>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B60B809-8373-6C23-D86D-899DAF453D21}"/>
              </a:ext>
            </a:extLst>
          </p:cNvPr>
          <p:cNvSpPr txBox="1"/>
          <p:nvPr/>
        </p:nvSpPr>
        <p:spPr>
          <a:xfrm>
            <a:off x="10740895" y="1172267"/>
            <a:ext cx="762534" cy="253916"/>
          </a:xfrm>
          <a:prstGeom prst="rect">
            <a:avLst/>
          </a:prstGeom>
          <a:noFill/>
        </p:spPr>
        <p:txBody>
          <a:bodyPr wrap="square" rtlCol="0">
            <a:spAutoFit/>
          </a:bodyPr>
          <a:lstStyle/>
          <a:p>
            <a:pPr algn="r"/>
            <a:r>
              <a:rPr lang="en-US" altLang="zh-CN" sz="1050" dirty="0"/>
              <a:t>Database</a:t>
            </a:r>
            <a:endParaRPr lang="en-US" sz="1050" dirty="0"/>
          </a:p>
        </p:txBody>
      </p:sp>
      <p:sp>
        <p:nvSpPr>
          <p:cNvPr id="52" name="TextBox 51">
            <a:extLst>
              <a:ext uri="{FF2B5EF4-FFF2-40B4-BE49-F238E27FC236}">
                <a16:creationId xmlns:a16="http://schemas.microsoft.com/office/drawing/2014/main" id="{89A55EA0-8071-7834-D637-59C1C864362F}"/>
              </a:ext>
            </a:extLst>
          </p:cNvPr>
          <p:cNvSpPr txBox="1"/>
          <p:nvPr/>
        </p:nvSpPr>
        <p:spPr>
          <a:xfrm>
            <a:off x="10663205" y="2214249"/>
            <a:ext cx="876268" cy="253916"/>
          </a:xfrm>
          <a:prstGeom prst="rect">
            <a:avLst/>
          </a:prstGeom>
          <a:noFill/>
        </p:spPr>
        <p:txBody>
          <a:bodyPr wrap="square" rtlCol="0">
            <a:spAutoFit/>
          </a:bodyPr>
          <a:lstStyle/>
          <a:p>
            <a:pPr algn="r"/>
            <a:r>
              <a:rPr lang="en-US" sz="1050" dirty="0"/>
              <a:t>Table</a:t>
            </a:r>
          </a:p>
        </p:txBody>
      </p:sp>
      <p:sp>
        <p:nvSpPr>
          <p:cNvPr id="53" name="TextBox 52">
            <a:extLst>
              <a:ext uri="{FF2B5EF4-FFF2-40B4-BE49-F238E27FC236}">
                <a16:creationId xmlns:a16="http://schemas.microsoft.com/office/drawing/2014/main" id="{FD435763-9A83-7BF1-EF7E-3269E9E36352}"/>
              </a:ext>
            </a:extLst>
          </p:cNvPr>
          <p:cNvSpPr txBox="1"/>
          <p:nvPr/>
        </p:nvSpPr>
        <p:spPr>
          <a:xfrm>
            <a:off x="11482606" y="1166070"/>
            <a:ext cx="511650" cy="253916"/>
          </a:xfrm>
          <a:prstGeom prst="rect">
            <a:avLst/>
          </a:prstGeom>
          <a:noFill/>
        </p:spPr>
        <p:txBody>
          <a:bodyPr wrap="square" rtlCol="0">
            <a:spAutoFit/>
          </a:bodyPr>
          <a:lstStyle/>
          <a:p>
            <a:r>
              <a:rPr lang="en-US" sz="1050" dirty="0"/>
              <a:t>Input</a:t>
            </a:r>
          </a:p>
        </p:txBody>
      </p:sp>
      <p:sp>
        <p:nvSpPr>
          <p:cNvPr id="54" name="TextBox 53">
            <a:extLst>
              <a:ext uri="{FF2B5EF4-FFF2-40B4-BE49-F238E27FC236}">
                <a16:creationId xmlns:a16="http://schemas.microsoft.com/office/drawing/2014/main" id="{2B187A5C-19E4-D82C-1C3F-66CDD5B6D6A4}"/>
              </a:ext>
            </a:extLst>
          </p:cNvPr>
          <p:cNvSpPr txBox="1"/>
          <p:nvPr/>
        </p:nvSpPr>
        <p:spPr>
          <a:xfrm>
            <a:off x="11482606" y="2221036"/>
            <a:ext cx="511650" cy="577081"/>
          </a:xfrm>
          <a:prstGeom prst="rect">
            <a:avLst/>
          </a:prstGeom>
          <a:noFill/>
        </p:spPr>
        <p:txBody>
          <a:bodyPr wrap="square" rtlCol="0">
            <a:spAutoFit/>
          </a:bodyPr>
          <a:lstStyle/>
          <a:p>
            <a:r>
              <a:rPr lang="en-US" altLang="zh-CN" sz="1050" dirty="0"/>
              <a:t>Inter-mediate</a:t>
            </a:r>
            <a:endParaRPr lang="en-US" sz="1050" dirty="0"/>
          </a:p>
        </p:txBody>
      </p:sp>
      <p:sp>
        <p:nvSpPr>
          <p:cNvPr id="55" name="Arrow: Right 54">
            <a:extLst>
              <a:ext uri="{FF2B5EF4-FFF2-40B4-BE49-F238E27FC236}">
                <a16:creationId xmlns:a16="http://schemas.microsoft.com/office/drawing/2014/main" id="{AE66CEFE-9DCB-2AF1-6D3D-E118F6CDB7A0}"/>
              </a:ext>
            </a:extLst>
          </p:cNvPr>
          <p:cNvSpPr/>
          <p:nvPr/>
        </p:nvSpPr>
        <p:spPr>
          <a:xfrm rot="5400000">
            <a:off x="6020326" y="2498432"/>
            <a:ext cx="402852"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Arrow: Right 56">
            <a:extLst>
              <a:ext uri="{FF2B5EF4-FFF2-40B4-BE49-F238E27FC236}">
                <a16:creationId xmlns:a16="http://schemas.microsoft.com/office/drawing/2014/main" id="{59BC2858-B3F1-F85A-519A-202042E02A6B}"/>
              </a:ext>
            </a:extLst>
          </p:cNvPr>
          <p:cNvSpPr/>
          <p:nvPr/>
        </p:nvSpPr>
        <p:spPr>
          <a:xfrm rot="5400000">
            <a:off x="9326895" y="1432484"/>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Arrow: Right 57">
            <a:extLst>
              <a:ext uri="{FF2B5EF4-FFF2-40B4-BE49-F238E27FC236}">
                <a16:creationId xmlns:a16="http://schemas.microsoft.com/office/drawing/2014/main" id="{43F04640-30C2-D27D-709B-7DF14E484B75}"/>
              </a:ext>
            </a:extLst>
          </p:cNvPr>
          <p:cNvSpPr/>
          <p:nvPr/>
        </p:nvSpPr>
        <p:spPr>
          <a:xfrm rot="5400000">
            <a:off x="9326895" y="3051083"/>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Arrow: Right 58">
            <a:extLst>
              <a:ext uri="{FF2B5EF4-FFF2-40B4-BE49-F238E27FC236}">
                <a16:creationId xmlns:a16="http://schemas.microsoft.com/office/drawing/2014/main" id="{7C3EE6F4-7E43-8C69-5B1D-B251DD1E5DFD}"/>
              </a:ext>
            </a:extLst>
          </p:cNvPr>
          <p:cNvSpPr/>
          <p:nvPr/>
        </p:nvSpPr>
        <p:spPr>
          <a:xfrm rot="5400000">
            <a:off x="9393536" y="4347841"/>
            <a:ext cx="402852"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Arrow: Right 59">
            <a:extLst>
              <a:ext uri="{FF2B5EF4-FFF2-40B4-BE49-F238E27FC236}">
                <a16:creationId xmlns:a16="http://schemas.microsoft.com/office/drawing/2014/main" id="{96A3C66B-E8AA-798B-7D6A-223B2D123F2B}"/>
              </a:ext>
            </a:extLst>
          </p:cNvPr>
          <p:cNvSpPr/>
          <p:nvPr/>
        </p:nvSpPr>
        <p:spPr>
          <a:xfrm rot="5400000">
            <a:off x="9393536" y="5502564"/>
            <a:ext cx="402852"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Arrow: Right 60">
            <a:extLst>
              <a:ext uri="{FF2B5EF4-FFF2-40B4-BE49-F238E27FC236}">
                <a16:creationId xmlns:a16="http://schemas.microsoft.com/office/drawing/2014/main" id="{CCED0669-0EEB-6EF4-7326-9BEA2105D138}"/>
              </a:ext>
            </a:extLst>
          </p:cNvPr>
          <p:cNvSpPr/>
          <p:nvPr/>
        </p:nvSpPr>
        <p:spPr>
          <a:xfrm rot="5400000">
            <a:off x="9326895" y="21830"/>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Arrow: Right 61">
            <a:extLst>
              <a:ext uri="{FF2B5EF4-FFF2-40B4-BE49-F238E27FC236}">
                <a16:creationId xmlns:a16="http://schemas.microsoft.com/office/drawing/2014/main" id="{F5AD96F9-4673-C0DA-6CF9-2F815AE9A324}"/>
              </a:ext>
            </a:extLst>
          </p:cNvPr>
          <p:cNvSpPr/>
          <p:nvPr/>
        </p:nvSpPr>
        <p:spPr>
          <a:xfrm rot="5400000">
            <a:off x="5977695" y="6748150"/>
            <a:ext cx="536134" cy="251504"/>
          </a:xfrm>
          <a:prstGeom prst="rightArrow">
            <a:avLst>
              <a:gd name="adj1" fmla="val 37130"/>
              <a:gd name="adj2" fmla="val 8861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62" descr="小组">
            <a:extLst>
              <a:ext uri="{FF2B5EF4-FFF2-40B4-BE49-F238E27FC236}">
                <a16:creationId xmlns:a16="http://schemas.microsoft.com/office/drawing/2014/main" id="{4FC50857-C8B5-52DC-6F0C-20DBF054D5F1}"/>
              </a:ext>
            </a:extLst>
          </p:cNvPr>
          <p:cNvPicPr>
            <a:picLocks noChangeAspect="1"/>
          </p:cNvPicPr>
          <p:nvPr/>
        </p:nvPicPr>
        <p:blipFill>
          <a:blip r:embed="rId6"/>
          <a:stretch>
            <a:fillRect/>
          </a:stretch>
        </p:blipFill>
        <p:spPr>
          <a:xfrm>
            <a:off x="8732617" y="2937217"/>
            <a:ext cx="762400" cy="428850"/>
          </a:xfrm>
          <a:prstGeom prst="rect">
            <a:avLst/>
          </a:prstGeom>
        </p:spPr>
      </p:pic>
      <p:sp>
        <p:nvSpPr>
          <p:cNvPr id="64" name="Rectangle: Rounded Corners 63">
            <a:extLst>
              <a:ext uri="{FF2B5EF4-FFF2-40B4-BE49-F238E27FC236}">
                <a16:creationId xmlns:a16="http://schemas.microsoft.com/office/drawing/2014/main" id="{198409A8-0EB3-4C6E-C25E-0E28786B9130}"/>
              </a:ext>
            </a:extLst>
          </p:cNvPr>
          <p:cNvSpPr/>
          <p:nvPr/>
        </p:nvSpPr>
        <p:spPr>
          <a:xfrm>
            <a:off x="3124351" y="4619102"/>
            <a:ext cx="999357" cy="256420"/>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CozeCode</a:t>
            </a:r>
            <a:endParaRPr lang="en-US" sz="1100" dirty="0">
              <a:solidFill>
                <a:schemeClr val="tx1"/>
              </a:solidFill>
            </a:endParaRPr>
          </a:p>
        </p:txBody>
      </p:sp>
      <p:sp>
        <p:nvSpPr>
          <p:cNvPr id="65" name="Rectangle: Rounded Corners 64">
            <a:extLst>
              <a:ext uri="{FF2B5EF4-FFF2-40B4-BE49-F238E27FC236}">
                <a16:creationId xmlns:a16="http://schemas.microsoft.com/office/drawing/2014/main" id="{DF663050-493D-3F02-668D-866210D8EBD2}"/>
              </a:ext>
            </a:extLst>
          </p:cNvPr>
          <p:cNvSpPr/>
          <p:nvPr/>
        </p:nvSpPr>
        <p:spPr>
          <a:xfrm>
            <a:off x="9792518" y="1427026"/>
            <a:ext cx="999357" cy="256420"/>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CozeCode</a:t>
            </a:r>
            <a:endParaRPr lang="en-US" sz="1100" dirty="0">
              <a:solidFill>
                <a:schemeClr val="tx1"/>
              </a:solidFill>
            </a:endParaRPr>
          </a:p>
        </p:txBody>
      </p:sp>
      <p:sp>
        <p:nvSpPr>
          <p:cNvPr id="66" name="Rectangle: Rounded Corners 65">
            <a:extLst>
              <a:ext uri="{FF2B5EF4-FFF2-40B4-BE49-F238E27FC236}">
                <a16:creationId xmlns:a16="http://schemas.microsoft.com/office/drawing/2014/main" id="{6EB77370-D04E-3A45-A595-261ED82ECF56}"/>
              </a:ext>
            </a:extLst>
          </p:cNvPr>
          <p:cNvSpPr/>
          <p:nvPr/>
        </p:nvSpPr>
        <p:spPr>
          <a:xfrm>
            <a:off x="9816420" y="3003854"/>
            <a:ext cx="999357" cy="256420"/>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Python</a:t>
            </a:r>
          </a:p>
        </p:txBody>
      </p:sp>
      <p:pic>
        <p:nvPicPr>
          <p:cNvPr id="67" name="Graphic 66" descr="Web design outline">
            <a:extLst>
              <a:ext uri="{FF2B5EF4-FFF2-40B4-BE49-F238E27FC236}">
                <a16:creationId xmlns:a16="http://schemas.microsoft.com/office/drawing/2014/main" id="{36A3B6DB-7346-C053-8E19-B6FEC282ED8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23743" y="2780472"/>
            <a:ext cx="559371" cy="559371"/>
          </a:xfrm>
          <a:prstGeom prst="rect">
            <a:avLst/>
          </a:prstGeom>
        </p:spPr>
      </p:pic>
      <p:sp>
        <p:nvSpPr>
          <p:cNvPr id="68" name="TextBox 67">
            <a:extLst>
              <a:ext uri="{FF2B5EF4-FFF2-40B4-BE49-F238E27FC236}">
                <a16:creationId xmlns:a16="http://schemas.microsoft.com/office/drawing/2014/main" id="{30B91752-EAF6-4CD3-57F1-2C4CA0DF40E0}"/>
              </a:ext>
            </a:extLst>
          </p:cNvPr>
          <p:cNvSpPr txBox="1"/>
          <p:nvPr/>
        </p:nvSpPr>
        <p:spPr>
          <a:xfrm>
            <a:off x="10627160" y="3339843"/>
            <a:ext cx="876268" cy="253916"/>
          </a:xfrm>
          <a:prstGeom prst="rect">
            <a:avLst/>
          </a:prstGeom>
          <a:noFill/>
        </p:spPr>
        <p:txBody>
          <a:bodyPr wrap="square" rtlCol="0">
            <a:spAutoFit/>
          </a:bodyPr>
          <a:lstStyle/>
          <a:p>
            <a:pPr algn="r"/>
            <a:r>
              <a:rPr lang="en-US" altLang="zh-CN" sz="1050" dirty="0"/>
              <a:t>FCR</a:t>
            </a:r>
            <a:endParaRPr lang="en-US" sz="1050" dirty="0"/>
          </a:p>
        </p:txBody>
      </p:sp>
      <p:sp>
        <p:nvSpPr>
          <p:cNvPr id="69" name="TextBox 68">
            <a:extLst>
              <a:ext uri="{FF2B5EF4-FFF2-40B4-BE49-F238E27FC236}">
                <a16:creationId xmlns:a16="http://schemas.microsoft.com/office/drawing/2014/main" id="{24F01FD8-5AB3-B06C-35C8-FAD5BC641AD3}"/>
              </a:ext>
            </a:extLst>
          </p:cNvPr>
          <p:cNvSpPr txBox="1"/>
          <p:nvPr/>
        </p:nvSpPr>
        <p:spPr>
          <a:xfrm>
            <a:off x="11482605" y="3346630"/>
            <a:ext cx="627231" cy="253916"/>
          </a:xfrm>
          <a:prstGeom prst="rect">
            <a:avLst/>
          </a:prstGeom>
          <a:noFill/>
        </p:spPr>
        <p:txBody>
          <a:bodyPr wrap="square" rtlCol="0">
            <a:spAutoFit/>
          </a:bodyPr>
          <a:lstStyle/>
          <a:p>
            <a:r>
              <a:rPr lang="en-US" sz="1050" dirty="0"/>
              <a:t>Output</a:t>
            </a:r>
          </a:p>
        </p:txBody>
      </p:sp>
      <p:cxnSp>
        <p:nvCxnSpPr>
          <p:cNvPr id="70" name="Straight Arrow Connector 69">
            <a:extLst>
              <a:ext uri="{FF2B5EF4-FFF2-40B4-BE49-F238E27FC236}">
                <a16:creationId xmlns:a16="http://schemas.microsoft.com/office/drawing/2014/main" id="{24467528-1851-E5E3-EEBD-8AC5F9D0378B}"/>
              </a:ext>
            </a:extLst>
          </p:cNvPr>
          <p:cNvCxnSpPr>
            <a:cxnSpLocks/>
          </p:cNvCxnSpPr>
          <p:nvPr/>
        </p:nvCxnSpPr>
        <p:spPr>
          <a:xfrm>
            <a:off x="11506889" y="3230477"/>
            <a:ext cx="0" cy="42885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pic>
        <p:nvPicPr>
          <p:cNvPr id="71" name="Picture 70" descr="Rokid Glasses">
            <a:extLst>
              <a:ext uri="{FF2B5EF4-FFF2-40B4-BE49-F238E27FC236}">
                <a16:creationId xmlns:a16="http://schemas.microsoft.com/office/drawing/2014/main" id="{F5AAE6B3-9ACB-23D6-9316-194CDBAFF392}"/>
              </a:ext>
            </a:extLst>
          </p:cNvPr>
          <p:cNvPicPr>
            <a:picLocks noChangeAspect="1"/>
          </p:cNvPicPr>
          <p:nvPr/>
        </p:nvPicPr>
        <p:blipFill>
          <a:blip r:embed="rId8"/>
          <a:stretch>
            <a:fillRect/>
          </a:stretch>
        </p:blipFill>
        <p:spPr>
          <a:xfrm>
            <a:off x="2422739" y="1730215"/>
            <a:ext cx="867098" cy="722142"/>
          </a:xfrm>
          <a:prstGeom prst="rect">
            <a:avLst/>
          </a:prstGeom>
        </p:spPr>
      </p:pic>
      <p:pic>
        <p:nvPicPr>
          <p:cNvPr id="72" name="Picture 71">
            <a:extLst>
              <a:ext uri="{FF2B5EF4-FFF2-40B4-BE49-F238E27FC236}">
                <a16:creationId xmlns:a16="http://schemas.microsoft.com/office/drawing/2014/main" id="{3C27A7E2-36CE-423A-445F-077F0B3C9811}"/>
              </a:ext>
            </a:extLst>
          </p:cNvPr>
          <p:cNvPicPr>
            <a:picLocks noChangeAspect="1"/>
          </p:cNvPicPr>
          <p:nvPr/>
        </p:nvPicPr>
        <p:blipFill>
          <a:blip r:embed="rId9"/>
          <a:stretch>
            <a:fillRect/>
          </a:stretch>
        </p:blipFill>
        <p:spPr>
          <a:xfrm>
            <a:off x="2933791" y="1710578"/>
            <a:ext cx="819987" cy="380708"/>
          </a:xfrm>
          <a:prstGeom prst="rect">
            <a:avLst/>
          </a:prstGeom>
        </p:spPr>
      </p:pic>
      <p:sp>
        <p:nvSpPr>
          <p:cNvPr id="73" name="Slide Number Placeholder 1">
            <a:extLst>
              <a:ext uri="{FF2B5EF4-FFF2-40B4-BE49-F238E27FC236}">
                <a16:creationId xmlns:a16="http://schemas.microsoft.com/office/drawing/2014/main" id="{375A3E9E-DBE4-C13D-B158-FFE009E8E44A}"/>
              </a:ext>
            </a:extLst>
          </p:cNvPr>
          <p:cNvSpPr txBox="1">
            <a:spLocks/>
          </p:cNvSpPr>
          <p:nvPr/>
        </p:nvSpPr>
        <p:spPr>
          <a:xfrm>
            <a:off x="0" y="15902"/>
            <a:ext cx="0" cy="0"/>
          </a:xfr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aphicFrame>
        <p:nvGraphicFramePr>
          <p:cNvPr id="74" name="Table 73">
            <a:extLst>
              <a:ext uri="{FF2B5EF4-FFF2-40B4-BE49-F238E27FC236}">
                <a16:creationId xmlns:a16="http://schemas.microsoft.com/office/drawing/2014/main" id="{6653778D-DA03-44E1-8E50-1A0BD61EEB9C}"/>
              </a:ext>
            </a:extLst>
          </p:cNvPr>
          <p:cNvGraphicFramePr>
            <a:graphicFrameLocks noGrp="1"/>
          </p:cNvGraphicFramePr>
          <p:nvPr>
            <p:extLst>
              <p:ext uri="{D42A27DB-BD31-4B8C-83A1-F6EECF244321}">
                <p14:modId xmlns:p14="http://schemas.microsoft.com/office/powerpoint/2010/main" val="4070698559"/>
              </p:ext>
            </p:extLst>
          </p:nvPr>
        </p:nvGraphicFramePr>
        <p:xfrm>
          <a:off x="5004386" y="1217885"/>
          <a:ext cx="2539481" cy="1408176"/>
        </p:xfrm>
        <a:graphic>
          <a:graphicData uri="http://schemas.openxmlformats.org/drawingml/2006/table">
            <a:tbl>
              <a:tblPr firstRow="1" bandRow="1">
                <a:tableStyleId>{9DCAF9ED-07DC-4A11-8D7F-57B35C25682E}</a:tableStyleId>
              </a:tblPr>
              <a:tblGrid>
                <a:gridCol w="596859">
                  <a:extLst>
                    <a:ext uri="{9D8B030D-6E8A-4147-A177-3AD203B41FA5}">
                      <a16:colId xmlns:a16="http://schemas.microsoft.com/office/drawing/2014/main" val="2178517909"/>
                    </a:ext>
                  </a:extLst>
                </a:gridCol>
                <a:gridCol w="441746">
                  <a:extLst>
                    <a:ext uri="{9D8B030D-6E8A-4147-A177-3AD203B41FA5}">
                      <a16:colId xmlns:a16="http://schemas.microsoft.com/office/drawing/2014/main" val="1540378025"/>
                    </a:ext>
                  </a:extLst>
                </a:gridCol>
                <a:gridCol w="1500876">
                  <a:extLst>
                    <a:ext uri="{9D8B030D-6E8A-4147-A177-3AD203B41FA5}">
                      <a16:colId xmlns:a16="http://schemas.microsoft.com/office/drawing/2014/main" val="261747474"/>
                    </a:ext>
                  </a:extLst>
                </a:gridCol>
              </a:tblGrid>
              <a:tr h="347472">
                <a:tc>
                  <a:txBody>
                    <a:bodyPr/>
                    <a:lstStyle/>
                    <a:p>
                      <a:r>
                        <a:rPr lang="en-US" sz="900" dirty="0"/>
                        <a:t>Device Model</a:t>
                      </a:r>
                    </a:p>
                  </a:txBody>
                  <a:tcPr/>
                </a:tc>
                <a:tc>
                  <a:txBody>
                    <a:bodyPr/>
                    <a:lstStyle/>
                    <a:p>
                      <a:r>
                        <a:rPr lang="en-US" sz="900" dirty="0"/>
                        <a:t>Insp. Id</a:t>
                      </a:r>
                    </a:p>
                  </a:txBody>
                  <a:tcPr/>
                </a:tc>
                <a:tc>
                  <a:txBody>
                    <a:bodyPr/>
                    <a:lstStyle/>
                    <a:p>
                      <a:r>
                        <a:rPr lang="en-US" sz="900" dirty="0"/>
                        <a:t>Insp. Item</a:t>
                      </a:r>
                    </a:p>
                  </a:txBody>
                  <a:tcPr/>
                </a:tc>
                <a:extLst>
                  <a:ext uri="{0D108BD9-81ED-4DB2-BD59-A6C34878D82A}">
                    <a16:rowId xmlns:a16="http://schemas.microsoft.com/office/drawing/2014/main" val="947456114"/>
                  </a:ext>
                </a:extLst>
              </a:tr>
              <a:tr h="347472">
                <a:tc>
                  <a:txBody>
                    <a:bodyPr/>
                    <a:lstStyle/>
                    <a:p>
                      <a:r>
                        <a:rPr lang="en-US" sz="900" dirty="0"/>
                        <a:t>8DN9-2</a:t>
                      </a:r>
                    </a:p>
                  </a:txBody>
                  <a:tcPr/>
                </a:tc>
                <a:tc>
                  <a:txBody>
                    <a:bodyPr/>
                    <a:lstStyle/>
                    <a:p>
                      <a:r>
                        <a:rPr lang="en-US" sz="900" dirty="0"/>
                        <a:t>a</a:t>
                      </a:r>
                    </a:p>
                  </a:txBody>
                  <a:tcPr/>
                </a:tc>
                <a:tc>
                  <a:txBody>
                    <a:bodyPr/>
                    <a:lstStyle/>
                    <a:p>
                      <a:r>
                        <a:rPr lang="en-US" sz="700" dirty="0"/>
                        <a:t>Verify the information required to fill out in assembly documents.</a:t>
                      </a:r>
                    </a:p>
                  </a:txBody>
                  <a:tcPr/>
                </a:tc>
                <a:extLst>
                  <a:ext uri="{0D108BD9-81ED-4DB2-BD59-A6C34878D82A}">
                    <a16:rowId xmlns:a16="http://schemas.microsoft.com/office/drawing/2014/main" val="3022477680"/>
                  </a:ext>
                </a:extLst>
              </a:tr>
              <a:tr h="347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8DN9-2</a:t>
                      </a:r>
                    </a:p>
                  </a:txBody>
                  <a:tcPr/>
                </a:tc>
                <a:tc>
                  <a:txBody>
                    <a:bodyPr/>
                    <a:lstStyle/>
                    <a:p>
                      <a:r>
                        <a:rPr lang="en-US" sz="900" dirty="0"/>
                        <a:t>b</a:t>
                      </a:r>
                    </a:p>
                  </a:txBody>
                  <a:tcPr/>
                </a:tc>
                <a:tc>
                  <a:txBody>
                    <a:bodyPr/>
                    <a:lstStyle/>
                    <a:p>
                      <a:r>
                        <a:rPr lang="en-US" sz="700" dirty="0"/>
                        <a:t>Check the consistency of assembly and technical drawing</a:t>
                      </a:r>
                    </a:p>
                  </a:txBody>
                  <a:tcPr/>
                </a:tc>
                <a:extLst>
                  <a:ext uri="{0D108BD9-81ED-4DB2-BD59-A6C34878D82A}">
                    <a16:rowId xmlns:a16="http://schemas.microsoft.com/office/drawing/2014/main" val="2759503968"/>
                  </a:ext>
                </a:extLst>
              </a:tr>
              <a:tr h="347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8DN9-2</a:t>
                      </a:r>
                    </a:p>
                  </a:txBody>
                  <a:tcPr/>
                </a:tc>
                <a:tc>
                  <a:txBody>
                    <a:bodyPr/>
                    <a:lstStyle/>
                    <a:p>
                      <a:r>
                        <a:rPr lang="en-US" sz="900" dirty="0"/>
                        <a:t>…</a:t>
                      </a:r>
                    </a:p>
                  </a:txBody>
                  <a:tcPr/>
                </a:tc>
                <a:tc>
                  <a:txBody>
                    <a:bodyPr/>
                    <a:lstStyle/>
                    <a:p>
                      <a:r>
                        <a:rPr lang="en-US" sz="900" dirty="0"/>
                        <a:t>…</a:t>
                      </a:r>
                    </a:p>
                  </a:txBody>
                  <a:tcPr/>
                </a:tc>
                <a:extLst>
                  <a:ext uri="{0D108BD9-81ED-4DB2-BD59-A6C34878D82A}">
                    <a16:rowId xmlns:a16="http://schemas.microsoft.com/office/drawing/2014/main" val="468964737"/>
                  </a:ext>
                </a:extLst>
              </a:tr>
            </a:tbl>
          </a:graphicData>
        </a:graphic>
      </p:graphicFrame>
    </p:spTree>
    <p:extLst>
      <p:ext uri="{BB962C8B-B14F-4D97-AF65-F5344CB8AC3E}">
        <p14:creationId xmlns:p14="http://schemas.microsoft.com/office/powerpoint/2010/main" val="1285474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0665DE-F9AB-4F2D-39EE-52E9003808BD}"/>
              </a:ext>
            </a:extLst>
          </p:cNvPr>
          <p:cNvSpPr>
            <a:spLocks noGrp="1"/>
          </p:cNvSpPr>
          <p:nvPr>
            <p:ph type="title"/>
          </p:nvPr>
        </p:nvSpPr>
        <p:spPr/>
        <p:txBody>
          <a:bodyPr/>
          <a:lstStyle/>
          <a:p>
            <a:r>
              <a:rPr lang="en-US" dirty="0"/>
              <a:t>3 Project Progress</a:t>
            </a:r>
            <a:br>
              <a:rPr lang="en-US" dirty="0"/>
            </a:br>
            <a:r>
              <a:rPr lang="en-US" sz="1600" dirty="0"/>
              <a:t>Demo</a:t>
            </a:r>
            <a:endParaRPr lang="en-US" dirty="0"/>
          </a:p>
        </p:txBody>
      </p:sp>
      <p:grpSp>
        <p:nvGrpSpPr>
          <p:cNvPr id="4" name="Group 3">
            <a:extLst>
              <a:ext uri="{FF2B5EF4-FFF2-40B4-BE49-F238E27FC236}">
                <a16:creationId xmlns:a16="http://schemas.microsoft.com/office/drawing/2014/main" id="{109F9795-5582-13CC-A744-E9EE33CB4BA5}"/>
              </a:ext>
            </a:extLst>
          </p:cNvPr>
          <p:cNvGrpSpPr/>
          <p:nvPr/>
        </p:nvGrpSpPr>
        <p:grpSpPr>
          <a:xfrm>
            <a:off x="1094070" y="1234888"/>
            <a:ext cx="2993388" cy="1809752"/>
            <a:chOff x="560846" y="4074091"/>
            <a:chExt cx="2993388" cy="1809752"/>
          </a:xfrm>
        </p:grpSpPr>
        <p:pic>
          <p:nvPicPr>
            <p:cNvPr id="5" name="Picture 4">
              <a:extLst>
                <a:ext uri="{FF2B5EF4-FFF2-40B4-BE49-F238E27FC236}">
                  <a16:creationId xmlns:a16="http://schemas.microsoft.com/office/drawing/2014/main" id="{B70BE063-F886-05AB-F741-FA25959820E8}"/>
                </a:ext>
              </a:extLst>
            </p:cNvPr>
            <p:cNvPicPr>
              <a:picLocks noChangeAspect="1"/>
            </p:cNvPicPr>
            <p:nvPr/>
          </p:nvPicPr>
          <p:blipFill>
            <a:blip r:embed="rId2">
              <a:extLst>
                <a:ext uri="{28A0092B-C50C-407E-A947-70E740481C1C}">
                  <a14:useLocalDpi xmlns:a14="http://schemas.microsoft.com/office/drawing/2010/main" val="0"/>
                </a:ext>
              </a:extLst>
            </a:blip>
            <a:srcRect t="47558" b="14898"/>
            <a:stretch>
              <a:fillRect/>
            </a:stretch>
          </p:blipFill>
          <p:spPr>
            <a:xfrm>
              <a:off x="560846" y="4074091"/>
              <a:ext cx="2993388" cy="1809752"/>
            </a:xfrm>
            <a:prstGeom prst="rect">
              <a:avLst/>
            </a:prstGeom>
          </p:spPr>
        </p:pic>
        <p:sp>
          <p:nvSpPr>
            <p:cNvPr id="6" name="TextBox 5">
              <a:extLst>
                <a:ext uri="{FF2B5EF4-FFF2-40B4-BE49-F238E27FC236}">
                  <a16:creationId xmlns:a16="http://schemas.microsoft.com/office/drawing/2014/main" id="{6A374D84-0F43-2856-3063-5B27CD53B0C9}"/>
                </a:ext>
              </a:extLst>
            </p:cNvPr>
            <p:cNvSpPr txBox="1"/>
            <p:nvPr/>
          </p:nvSpPr>
          <p:spPr>
            <a:xfrm>
              <a:off x="1089329" y="4297557"/>
              <a:ext cx="1765190" cy="276999"/>
            </a:xfrm>
            <a:prstGeom prst="rect">
              <a:avLst/>
            </a:prstGeom>
            <a:noFill/>
          </p:spPr>
          <p:txBody>
            <a:bodyPr wrap="square" rtlCol="0">
              <a:spAutoFit/>
            </a:bodyPr>
            <a:lstStyle/>
            <a:p>
              <a:r>
                <a:rPr lang="en-US" sz="1200" b="1" dirty="0">
                  <a:solidFill>
                    <a:schemeClr val="accent1">
                      <a:lumMod val="20000"/>
                      <a:lumOff val="80000"/>
                    </a:schemeClr>
                  </a:solidFill>
                </a:rPr>
                <a:t>S</a:t>
              </a:r>
              <a:r>
                <a:rPr lang="en-US" altLang="zh-CN" sz="1200" b="1" dirty="0">
                  <a:solidFill>
                    <a:schemeClr val="accent1">
                      <a:lumMod val="20000"/>
                      <a:lumOff val="80000"/>
                    </a:schemeClr>
                  </a:solidFill>
                </a:rPr>
                <a:t>tart Inspection.</a:t>
              </a:r>
              <a:endParaRPr lang="en-US" sz="1200" b="1" dirty="0">
                <a:solidFill>
                  <a:schemeClr val="accent1">
                    <a:lumMod val="20000"/>
                    <a:lumOff val="80000"/>
                  </a:schemeClr>
                </a:solidFill>
              </a:endParaRPr>
            </a:p>
          </p:txBody>
        </p:sp>
      </p:grpSp>
      <p:grpSp>
        <p:nvGrpSpPr>
          <p:cNvPr id="7" name="Group 6">
            <a:extLst>
              <a:ext uri="{FF2B5EF4-FFF2-40B4-BE49-F238E27FC236}">
                <a16:creationId xmlns:a16="http://schemas.microsoft.com/office/drawing/2014/main" id="{00796F64-11F6-0D36-A84E-BD92BAA6841F}"/>
              </a:ext>
            </a:extLst>
          </p:cNvPr>
          <p:cNvGrpSpPr/>
          <p:nvPr/>
        </p:nvGrpSpPr>
        <p:grpSpPr>
          <a:xfrm>
            <a:off x="5119400" y="193908"/>
            <a:ext cx="3543909" cy="2753031"/>
            <a:chOff x="4510761" y="3739844"/>
            <a:chExt cx="3543909" cy="2753031"/>
          </a:xfrm>
        </p:grpSpPr>
        <p:pic>
          <p:nvPicPr>
            <p:cNvPr id="8" name="Picture 7">
              <a:extLst>
                <a:ext uri="{FF2B5EF4-FFF2-40B4-BE49-F238E27FC236}">
                  <a16:creationId xmlns:a16="http://schemas.microsoft.com/office/drawing/2014/main" id="{146B4FFC-9E9F-CFEA-CC37-A0F66BF13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0762" y="3739844"/>
              <a:ext cx="3400385" cy="2753031"/>
            </a:xfrm>
            <a:prstGeom prst="rect">
              <a:avLst/>
            </a:prstGeom>
          </p:spPr>
        </p:pic>
        <p:sp>
          <p:nvSpPr>
            <p:cNvPr id="9" name="TextBox 8">
              <a:extLst>
                <a:ext uri="{FF2B5EF4-FFF2-40B4-BE49-F238E27FC236}">
                  <a16:creationId xmlns:a16="http://schemas.microsoft.com/office/drawing/2014/main" id="{49C75E9E-4FCA-7393-8B9E-AFDA6352F906}"/>
                </a:ext>
              </a:extLst>
            </p:cNvPr>
            <p:cNvSpPr txBox="1"/>
            <p:nvPr/>
          </p:nvSpPr>
          <p:spPr>
            <a:xfrm>
              <a:off x="4510761" y="4336028"/>
              <a:ext cx="3543909" cy="200055"/>
            </a:xfrm>
            <a:prstGeom prst="rect">
              <a:avLst/>
            </a:prstGeom>
            <a:noFill/>
          </p:spPr>
          <p:txBody>
            <a:bodyPr wrap="square" rtlCol="0">
              <a:spAutoFit/>
            </a:bodyPr>
            <a:lstStyle/>
            <a:p>
              <a:r>
                <a:rPr lang="en-US" sz="700" b="1" dirty="0">
                  <a:solidFill>
                    <a:schemeClr val="accent1">
                      <a:lumMod val="20000"/>
                      <a:lumOff val="80000"/>
                    </a:schemeClr>
                  </a:solidFill>
                </a:rPr>
                <a:t>Device scanned. Added values: Project No. 706271, Bay D01, Modules Q8+Q9+W1</a:t>
              </a:r>
            </a:p>
          </p:txBody>
        </p:sp>
        <p:sp>
          <p:nvSpPr>
            <p:cNvPr id="10" name="TextBox 9">
              <a:extLst>
                <a:ext uri="{FF2B5EF4-FFF2-40B4-BE49-F238E27FC236}">
                  <a16:creationId xmlns:a16="http://schemas.microsoft.com/office/drawing/2014/main" id="{D11E3336-0111-B593-6931-E8F59DAB0A27}"/>
                </a:ext>
              </a:extLst>
            </p:cNvPr>
            <p:cNvSpPr txBox="1"/>
            <p:nvPr/>
          </p:nvSpPr>
          <p:spPr>
            <a:xfrm>
              <a:off x="4510761" y="4716769"/>
              <a:ext cx="3543909" cy="307777"/>
            </a:xfrm>
            <a:prstGeom prst="rect">
              <a:avLst/>
            </a:prstGeom>
            <a:noFill/>
          </p:spPr>
          <p:txBody>
            <a:bodyPr wrap="square" rtlCol="0">
              <a:spAutoFit/>
            </a:bodyPr>
            <a:lstStyle/>
            <a:p>
              <a:r>
                <a:rPr lang="en-US" sz="700" b="1" dirty="0">
                  <a:solidFill>
                    <a:schemeClr val="accent1">
                      <a:lumMod val="20000"/>
                      <a:lumOff val="80000"/>
                    </a:schemeClr>
                  </a:solidFill>
                </a:rPr>
                <a:t>Inspection a, &lt;Display the inspection here&gt;. </a:t>
              </a:r>
            </a:p>
            <a:p>
              <a:r>
                <a:rPr lang="en-US" sz="700" b="1" dirty="0">
                  <a:solidFill>
                    <a:schemeClr val="accent1">
                      <a:lumMod val="20000"/>
                      <a:lumOff val="80000"/>
                    </a:schemeClr>
                  </a:solidFill>
                </a:rPr>
                <a:t>Please confirm whether the device is qualified for it?</a:t>
              </a:r>
            </a:p>
          </p:txBody>
        </p:sp>
        <p:sp>
          <p:nvSpPr>
            <p:cNvPr id="11" name="TextBox 10">
              <a:extLst>
                <a:ext uri="{FF2B5EF4-FFF2-40B4-BE49-F238E27FC236}">
                  <a16:creationId xmlns:a16="http://schemas.microsoft.com/office/drawing/2014/main" id="{81B85A86-5E4C-3564-80C7-83DD3A7732AC}"/>
                </a:ext>
              </a:extLst>
            </p:cNvPr>
            <p:cNvSpPr txBox="1"/>
            <p:nvPr/>
          </p:nvSpPr>
          <p:spPr>
            <a:xfrm>
              <a:off x="5146864" y="5024546"/>
              <a:ext cx="1522954" cy="738664"/>
            </a:xfrm>
            <a:prstGeom prst="rect">
              <a:avLst/>
            </a:prstGeom>
            <a:noFill/>
          </p:spPr>
          <p:txBody>
            <a:bodyPr wrap="square" rtlCol="0">
              <a:spAutoFit/>
            </a:bodyPr>
            <a:lstStyle/>
            <a:p>
              <a:pPr marL="171450" indent="-171450">
                <a:buFontTx/>
                <a:buChar char="-"/>
              </a:pPr>
              <a:r>
                <a:rPr lang="en-US" sz="700" b="1" dirty="0">
                  <a:solidFill>
                    <a:schemeClr val="accent1">
                      <a:lumMod val="20000"/>
                      <a:lumOff val="80000"/>
                    </a:schemeClr>
                  </a:solidFill>
                </a:rPr>
                <a:t>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Not 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Skip this item.</a:t>
              </a:r>
            </a:p>
            <a:p>
              <a:pPr marL="171450" indent="-171450">
                <a:buFontTx/>
                <a:buChar char="-"/>
              </a:pPr>
              <a:endParaRPr lang="en-US" sz="700" b="1" dirty="0">
                <a:solidFill>
                  <a:schemeClr val="accent1">
                    <a:lumMod val="20000"/>
                    <a:lumOff val="80000"/>
                  </a:schemeClr>
                </a:solidFill>
              </a:endParaRPr>
            </a:p>
          </p:txBody>
        </p:sp>
      </p:grpSp>
      <p:grpSp>
        <p:nvGrpSpPr>
          <p:cNvPr id="12" name="Group 11">
            <a:extLst>
              <a:ext uri="{FF2B5EF4-FFF2-40B4-BE49-F238E27FC236}">
                <a16:creationId xmlns:a16="http://schemas.microsoft.com/office/drawing/2014/main" id="{A321B4A5-DB33-2DB2-4122-C0FF01F4C673}"/>
              </a:ext>
            </a:extLst>
          </p:cNvPr>
          <p:cNvGrpSpPr/>
          <p:nvPr/>
        </p:nvGrpSpPr>
        <p:grpSpPr>
          <a:xfrm>
            <a:off x="4646239" y="3799165"/>
            <a:ext cx="3378403" cy="2787184"/>
            <a:chOff x="8353844" y="859231"/>
            <a:chExt cx="3378403" cy="2787184"/>
          </a:xfrm>
        </p:grpSpPr>
        <p:pic>
          <p:nvPicPr>
            <p:cNvPr id="13" name="Picture 12">
              <a:extLst>
                <a:ext uri="{FF2B5EF4-FFF2-40B4-BE49-F238E27FC236}">
                  <a16:creationId xmlns:a16="http://schemas.microsoft.com/office/drawing/2014/main" id="{AC24F4EE-F89D-37C1-14C9-6A539B182B3D}"/>
                </a:ext>
              </a:extLst>
            </p:cNvPr>
            <p:cNvPicPr>
              <a:picLocks noChangeAspect="1"/>
            </p:cNvPicPr>
            <p:nvPr/>
          </p:nvPicPr>
          <p:blipFill>
            <a:blip r:embed="rId4">
              <a:extLst>
                <a:ext uri="{28A0092B-C50C-407E-A947-70E740481C1C}">
                  <a14:useLocalDpi xmlns:a14="http://schemas.microsoft.com/office/drawing/2010/main" val="0"/>
                </a:ext>
              </a:extLst>
            </a:blip>
            <a:srcRect t="30239" b="18531"/>
            <a:stretch>
              <a:fillRect/>
            </a:stretch>
          </p:blipFill>
          <p:spPr>
            <a:xfrm>
              <a:off x="8353844" y="859231"/>
              <a:ext cx="3378403" cy="2787184"/>
            </a:xfrm>
            <a:prstGeom prst="rect">
              <a:avLst/>
            </a:prstGeom>
          </p:spPr>
        </p:pic>
        <p:sp>
          <p:nvSpPr>
            <p:cNvPr id="14" name="TextBox 13">
              <a:extLst>
                <a:ext uri="{FF2B5EF4-FFF2-40B4-BE49-F238E27FC236}">
                  <a16:creationId xmlns:a16="http://schemas.microsoft.com/office/drawing/2014/main" id="{79657B22-33EF-2ACA-93FF-1009D42B4722}"/>
                </a:ext>
              </a:extLst>
            </p:cNvPr>
            <p:cNvSpPr txBox="1"/>
            <p:nvPr/>
          </p:nvSpPr>
          <p:spPr>
            <a:xfrm>
              <a:off x="8929218" y="931867"/>
              <a:ext cx="1522954" cy="738664"/>
            </a:xfrm>
            <a:prstGeom prst="rect">
              <a:avLst/>
            </a:prstGeom>
            <a:noFill/>
          </p:spPr>
          <p:txBody>
            <a:bodyPr wrap="square" rtlCol="0">
              <a:spAutoFit/>
            </a:bodyPr>
            <a:lstStyle/>
            <a:p>
              <a:pPr marL="171450" indent="-171450">
                <a:buFontTx/>
                <a:buChar char="-"/>
              </a:pPr>
              <a:r>
                <a:rPr lang="en-US" sz="700" b="1" dirty="0">
                  <a:solidFill>
                    <a:schemeClr val="accent1">
                      <a:lumMod val="20000"/>
                      <a:lumOff val="80000"/>
                    </a:schemeClr>
                  </a:solidFill>
                </a:rPr>
                <a:t>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Not 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Skip this item.</a:t>
              </a:r>
            </a:p>
            <a:p>
              <a:pPr marL="171450" indent="-171450">
                <a:buFontTx/>
                <a:buChar char="-"/>
              </a:pPr>
              <a:endParaRPr lang="en-US" sz="700" b="1" dirty="0">
                <a:solidFill>
                  <a:schemeClr val="accent1">
                    <a:lumMod val="20000"/>
                    <a:lumOff val="80000"/>
                  </a:schemeClr>
                </a:solidFill>
              </a:endParaRPr>
            </a:p>
          </p:txBody>
        </p:sp>
        <p:sp>
          <p:nvSpPr>
            <p:cNvPr id="15" name="TextBox 14">
              <a:extLst>
                <a:ext uri="{FF2B5EF4-FFF2-40B4-BE49-F238E27FC236}">
                  <a16:creationId xmlns:a16="http://schemas.microsoft.com/office/drawing/2014/main" id="{CCE4690B-A056-0B8B-5837-DBC3AE5F82D1}"/>
                </a:ext>
              </a:extLst>
            </p:cNvPr>
            <p:cNvSpPr txBox="1"/>
            <p:nvPr/>
          </p:nvSpPr>
          <p:spPr>
            <a:xfrm>
              <a:off x="8368732" y="1670318"/>
              <a:ext cx="1674313" cy="200055"/>
            </a:xfrm>
            <a:prstGeom prst="rect">
              <a:avLst/>
            </a:prstGeom>
            <a:noFill/>
          </p:spPr>
          <p:txBody>
            <a:bodyPr wrap="square" rtlCol="0">
              <a:spAutoFit/>
            </a:bodyPr>
            <a:lstStyle/>
            <a:p>
              <a:r>
                <a:rPr lang="en-US" sz="700" b="1" dirty="0">
                  <a:solidFill>
                    <a:schemeClr val="accent2">
                      <a:lumMod val="20000"/>
                      <a:lumOff val="80000"/>
                    </a:schemeClr>
                  </a:solidFill>
                </a:rPr>
                <a:t>Skip this item.</a:t>
              </a:r>
            </a:p>
          </p:txBody>
        </p:sp>
        <p:sp>
          <p:nvSpPr>
            <p:cNvPr id="16" name="Rectangle 15">
              <a:extLst>
                <a:ext uri="{FF2B5EF4-FFF2-40B4-BE49-F238E27FC236}">
                  <a16:creationId xmlns:a16="http://schemas.microsoft.com/office/drawing/2014/main" id="{1CA3C64C-1CC9-0F40-9601-B22133A4A6D8}"/>
                </a:ext>
              </a:extLst>
            </p:cNvPr>
            <p:cNvSpPr/>
            <p:nvPr/>
          </p:nvSpPr>
          <p:spPr>
            <a:xfrm>
              <a:off x="10293069" y="2050944"/>
              <a:ext cx="1266146" cy="143558"/>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359089E-DED4-35D4-C8E1-36158D1AA472}"/>
                </a:ext>
              </a:extLst>
            </p:cNvPr>
            <p:cNvSpPr/>
            <p:nvPr/>
          </p:nvSpPr>
          <p:spPr>
            <a:xfrm>
              <a:off x="8396035" y="2155761"/>
              <a:ext cx="3240312" cy="700381"/>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DE6DB89-743E-C052-0C61-BAFE69153F96}"/>
                </a:ext>
              </a:extLst>
            </p:cNvPr>
            <p:cNvSpPr txBox="1"/>
            <p:nvPr/>
          </p:nvSpPr>
          <p:spPr>
            <a:xfrm>
              <a:off x="8368527" y="2186486"/>
              <a:ext cx="3032054" cy="200055"/>
            </a:xfrm>
            <a:prstGeom prst="rect">
              <a:avLst/>
            </a:prstGeom>
            <a:noFill/>
          </p:spPr>
          <p:txBody>
            <a:bodyPr wrap="square" rtlCol="0">
              <a:spAutoFit/>
            </a:bodyPr>
            <a:lstStyle/>
            <a:p>
              <a:r>
                <a:rPr lang="en-US" sz="700" b="1" dirty="0">
                  <a:solidFill>
                    <a:schemeClr val="accent1">
                      <a:lumMod val="20000"/>
                      <a:lumOff val="80000"/>
                    </a:schemeClr>
                  </a:solidFill>
                </a:rPr>
                <a:t>This inspection item has been recorded and marked as </a:t>
              </a:r>
              <a:r>
                <a:rPr lang="en-US" sz="700" b="1" dirty="0">
                  <a:solidFill>
                    <a:schemeClr val="accent2">
                      <a:lumMod val="20000"/>
                      <a:lumOff val="80000"/>
                    </a:schemeClr>
                  </a:solidFill>
                </a:rPr>
                <a:t>Skipped</a:t>
              </a:r>
              <a:r>
                <a:rPr lang="en-US" sz="700" b="1" dirty="0">
                  <a:solidFill>
                    <a:schemeClr val="accent1">
                      <a:lumMod val="20000"/>
                      <a:lumOff val="80000"/>
                    </a:schemeClr>
                  </a:solidFill>
                </a:rPr>
                <a:t>.</a:t>
              </a:r>
            </a:p>
          </p:txBody>
        </p:sp>
      </p:grpSp>
      <p:grpSp>
        <p:nvGrpSpPr>
          <p:cNvPr id="19" name="Group 18">
            <a:extLst>
              <a:ext uri="{FF2B5EF4-FFF2-40B4-BE49-F238E27FC236}">
                <a16:creationId xmlns:a16="http://schemas.microsoft.com/office/drawing/2014/main" id="{76E9CE42-BE5A-32DD-982E-A57B616CC466}"/>
              </a:ext>
            </a:extLst>
          </p:cNvPr>
          <p:cNvGrpSpPr/>
          <p:nvPr/>
        </p:nvGrpSpPr>
        <p:grpSpPr>
          <a:xfrm>
            <a:off x="8404986" y="3801800"/>
            <a:ext cx="3378405" cy="2720416"/>
            <a:chOff x="8353842" y="3757517"/>
            <a:chExt cx="3378405" cy="2720416"/>
          </a:xfrm>
        </p:grpSpPr>
        <p:pic>
          <p:nvPicPr>
            <p:cNvPr id="20" name="Picture 19">
              <a:extLst>
                <a:ext uri="{FF2B5EF4-FFF2-40B4-BE49-F238E27FC236}">
                  <a16:creationId xmlns:a16="http://schemas.microsoft.com/office/drawing/2014/main" id="{814D610E-C424-B47F-847B-7BDC3CD65B5D}"/>
                </a:ext>
              </a:extLst>
            </p:cNvPr>
            <p:cNvPicPr>
              <a:picLocks noChangeAspect="1"/>
            </p:cNvPicPr>
            <p:nvPr/>
          </p:nvPicPr>
          <p:blipFill>
            <a:blip r:embed="rId5">
              <a:extLst>
                <a:ext uri="{28A0092B-C50C-407E-A947-70E740481C1C}">
                  <a14:useLocalDpi xmlns:a14="http://schemas.microsoft.com/office/drawing/2010/main" val="0"/>
                </a:ext>
              </a:extLst>
            </a:blip>
            <a:srcRect t="29768" b="20228"/>
            <a:stretch>
              <a:fillRect/>
            </a:stretch>
          </p:blipFill>
          <p:spPr>
            <a:xfrm>
              <a:off x="8353843" y="3757517"/>
              <a:ext cx="3378404" cy="2720416"/>
            </a:xfrm>
            <a:prstGeom prst="rect">
              <a:avLst/>
            </a:prstGeom>
          </p:spPr>
        </p:pic>
        <p:sp>
          <p:nvSpPr>
            <p:cNvPr id="21" name="TextBox 20">
              <a:extLst>
                <a:ext uri="{FF2B5EF4-FFF2-40B4-BE49-F238E27FC236}">
                  <a16:creationId xmlns:a16="http://schemas.microsoft.com/office/drawing/2014/main" id="{2B7C9B70-8C57-83F2-6408-46D1A3C83A4D}"/>
                </a:ext>
              </a:extLst>
            </p:cNvPr>
            <p:cNvSpPr txBox="1"/>
            <p:nvPr/>
          </p:nvSpPr>
          <p:spPr>
            <a:xfrm>
              <a:off x="8929218" y="3839533"/>
              <a:ext cx="1522954" cy="738664"/>
            </a:xfrm>
            <a:prstGeom prst="rect">
              <a:avLst/>
            </a:prstGeom>
            <a:noFill/>
          </p:spPr>
          <p:txBody>
            <a:bodyPr wrap="square" rtlCol="0">
              <a:spAutoFit/>
            </a:bodyPr>
            <a:lstStyle/>
            <a:p>
              <a:pPr marL="171450" indent="-171450">
                <a:buFontTx/>
                <a:buChar char="-"/>
              </a:pPr>
              <a:r>
                <a:rPr lang="en-US" sz="700" b="1" dirty="0">
                  <a:solidFill>
                    <a:schemeClr val="accent1">
                      <a:lumMod val="20000"/>
                      <a:lumOff val="80000"/>
                    </a:schemeClr>
                  </a:solidFill>
                </a:rPr>
                <a:t>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Not 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Skip this item.</a:t>
              </a:r>
            </a:p>
            <a:p>
              <a:pPr marL="171450" indent="-171450">
                <a:buFontTx/>
                <a:buChar char="-"/>
              </a:pPr>
              <a:endParaRPr lang="en-US" sz="700" b="1" dirty="0">
                <a:solidFill>
                  <a:schemeClr val="accent1">
                    <a:lumMod val="20000"/>
                    <a:lumOff val="80000"/>
                  </a:schemeClr>
                </a:solidFill>
              </a:endParaRPr>
            </a:p>
          </p:txBody>
        </p:sp>
        <p:sp>
          <p:nvSpPr>
            <p:cNvPr id="22" name="TextBox 21">
              <a:extLst>
                <a:ext uri="{FF2B5EF4-FFF2-40B4-BE49-F238E27FC236}">
                  <a16:creationId xmlns:a16="http://schemas.microsoft.com/office/drawing/2014/main" id="{3D887CFE-582F-D4D7-150A-DF9CA0932EF4}"/>
                </a:ext>
              </a:extLst>
            </p:cNvPr>
            <p:cNvSpPr txBox="1"/>
            <p:nvPr/>
          </p:nvSpPr>
          <p:spPr>
            <a:xfrm>
              <a:off x="8353843" y="4399674"/>
              <a:ext cx="1674313" cy="200055"/>
            </a:xfrm>
            <a:prstGeom prst="rect">
              <a:avLst/>
            </a:prstGeom>
            <a:noFill/>
          </p:spPr>
          <p:txBody>
            <a:bodyPr wrap="square" rtlCol="0">
              <a:spAutoFit/>
            </a:bodyPr>
            <a:lstStyle/>
            <a:p>
              <a:r>
                <a:rPr lang="en-US" sz="700" b="1" dirty="0">
                  <a:solidFill>
                    <a:schemeClr val="accent2">
                      <a:lumMod val="20000"/>
                      <a:lumOff val="80000"/>
                    </a:schemeClr>
                  </a:solidFill>
                </a:rPr>
                <a:t>Not Qualified.</a:t>
              </a:r>
            </a:p>
          </p:txBody>
        </p:sp>
        <p:sp>
          <p:nvSpPr>
            <p:cNvPr id="23" name="TextBox 22">
              <a:extLst>
                <a:ext uri="{FF2B5EF4-FFF2-40B4-BE49-F238E27FC236}">
                  <a16:creationId xmlns:a16="http://schemas.microsoft.com/office/drawing/2014/main" id="{F65F63BE-E73A-CEA6-ECB3-8FC6AE689237}"/>
                </a:ext>
              </a:extLst>
            </p:cNvPr>
            <p:cNvSpPr txBox="1"/>
            <p:nvPr/>
          </p:nvSpPr>
          <p:spPr>
            <a:xfrm>
              <a:off x="8366486" y="4743287"/>
              <a:ext cx="3118425" cy="200055"/>
            </a:xfrm>
            <a:prstGeom prst="rect">
              <a:avLst/>
            </a:prstGeom>
            <a:noFill/>
          </p:spPr>
          <p:txBody>
            <a:bodyPr wrap="square">
              <a:spAutoFit/>
            </a:bodyPr>
            <a:lstStyle/>
            <a:p>
              <a:r>
                <a:rPr lang="en-US" sz="700" b="1" dirty="0">
                  <a:solidFill>
                    <a:schemeClr val="accent1">
                      <a:lumMod val="20000"/>
                      <a:lumOff val="80000"/>
                    </a:schemeClr>
                  </a:solidFill>
                </a:rPr>
                <a:t>What is wrong with this inspection: &lt;Display the inspection item&gt;</a:t>
              </a:r>
            </a:p>
          </p:txBody>
        </p:sp>
        <p:sp>
          <p:nvSpPr>
            <p:cNvPr id="24" name="TextBox 23">
              <a:extLst>
                <a:ext uri="{FF2B5EF4-FFF2-40B4-BE49-F238E27FC236}">
                  <a16:creationId xmlns:a16="http://schemas.microsoft.com/office/drawing/2014/main" id="{56025792-E769-E501-7139-4A9E022D5694}"/>
                </a:ext>
              </a:extLst>
            </p:cNvPr>
            <p:cNvSpPr txBox="1"/>
            <p:nvPr/>
          </p:nvSpPr>
          <p:spPr>
            <a:xfrm>
              <a:off x="8353842" y="5020299"/>
              <a:ext cx="2570406" cy="200055"/>
            </a:xfrm>
            <a:prstGeom prst="rect">
              <a:avLst/>
            </a:prstGeom>
            <a:noFill/>
          </p:spPr>
          <p:txBody>
            <a:bodyPr wrap="square" rtlCol="0">
              <a:spAutoFit/>
            </a:bodyPr>
            <a:lstStyle/>
            <a:p>
              <a:r>
                <a:rPr lang="en-US" sz="700" b="1" dirty="0">
                  <a:solidFill>
                    <a:schemeClr val="accent2">
                      <a:lumMod val="20000"/>
                      <a:lumOff val="80000"/>
                    </a:schemeClr>
                  </a:solidFill>
                </a:rPr>
                <a:t>&lt;Problem description.&gt;</a:t>
              </a:r>
            </a:p>
          </p:txBody>
        </p:sp>
        <p:sp>
          <p:nvSpPr>
            <p:cNvPr id="25" name="TextBox 24">
              <a:extLst>
                <a:ext uri="{FF2B5EF4-FFF2-40B4-BE49-F238E27FC236}">
                  <a16:creationId xmlns:a16="http://schemas.microsoft.com/office/drawing/2014/main" id="{BF75295D-4654-D054-353F-155371752797}"/>
                </a:ext>
              </a:extLst>
            </p:cNvPr>
            <p:cNvSpPr txBox="1"/>
            <p:nvPr/>
          </p:nvSpPr>
          <p:spPr>
            <a:xfrm>
              <a:off x="8366485" y="5255502"/>
              <a:ext cx="3118425" cy="200055"/>
            </a:xfrm>
            <a:prstGeom prst="rect">
              <a:avLst/>
            </a:prstGeom>
            <a:noFill/>
          </p:spPr>
          <p:txBody>
            <a:bodyPr wrap="square">
              <a:spAutoFit/>
            </a:bodyPr>
            <a:lstStyle/>
            <a:p>
              <a:r>
                <a:rPr lang="en-US" sz="700" b="1" dirty="0">
                  <a:solidFill>
                    <a:schemeClr val="accent1">
                      <a:lumMod val="20000"/>
                      <a:lumOff val="80000"/>
                    </a:schemeClr>
                  </a:solidFill>
                </a:rPr>
                <a:t>This inspection item has been recorded and marked as </a:t>
              </a:r>
              <a:r>
                <a:rPr lang="en-US" sz="700" b="1" dirty="0">
                  <a:solidFill>
                    <a:schemeClr val="accent2">
                      <a:lumMod val="20000"/>
                      <a:lumOff val="80000"/>
                    </a:schemeClr>
                  </a:solidFill>
                </a:rPr>
                <a:t>NOK</a:t>
              </a:r>
              <a:r>
                <a:rPr lang="en-US" sz="700" b="1" dirty="0">
                  <a:solidFill>
                    <a:schemeClr val="accent1">
                      <a:lumMod val="20000"/>
                      <a:lumOff val="80000"/>
                    </a:schemeClr>
                  </a:solidFill>
                </a:rPr>
                <a:t>.</a:t>
              </a:r>
            </a:p>
          </p:txBody>
        </p:sp>
        <p:sp>
          <p:nvSpPr>
            <p:cNvPr id="26" name="TextBox 25">
              <a:extLst>
                <a:ext uri="{FF2B5EF4-FFF2-40B4-BE49-F238E27FC236}">
                  <a16:creationId xmlns:a16="http://schemas.microsoft.com/office/drawing/2014/main" id="{D025D558-5CF8-1DDB-B03E-024B61C19311}"/>
                </a:ext>
              </a:extLst>
            </p:cNvPr>
            <p:cNvSpPr txBox="1"/>
            <p:nvPr/>
          </p:nvSpPr>
          <p:spPr>
            <a:xfrm>
              <a:off x="8366484" y="5577653"/>
              <a:ext cx="3118425" cy="307777"/>
            </a:xfrm>
            <a:prstGeom prst="rect">
              <a:avLst/>
            </a:prstGeom>
            <a:noFill/>
          </p:spPr>
          <p:txBody>
            <a:bodyPr wrap="square">
              <a:spAutoFit/>
            </a:bodyPr>
            <a:lstStyle/>
            <a:p>
              <a:r>
                <a:rPr lang="en-US" sz="700" b="1" dirty="0">
                  <a:solidFill>
                    <a:schemeClr val="accent1">
                      <a:lumMod val="20000"/>
                      <a:lumOff val="80000"/>
                    </a:schemeClr>
                  </a:solidFill>
                </a:rPr>
                <a:t>Inspection d, check whether DS/ES are in the correct state for transport.</a:t>
              </a:r>
            </a:p>
            <a:p>
              <a:r>
                <a:rPr lang="en-US" sz="700" b="1" dirty="0">
                  <a:solidFill>
                    <a:schemeClr val="accent1">
                      <a:lumMod val="20000"/>
                      <a:lumOff val="80000"/>
                    </a:schemeClr>
                  </a:solidFill>
                </a:rPr>
                <a:t>Please confirm whether the device is qualified for it?</a:t>
              </a:r>
            </a:p>
          </p:txBody>
        </p:sp>
        <p:sp>
          <p:nvSpPr>
            <p:cNvPr id="27" name="Rectangle 26">
              <a:extLst>
                <a:ext uri="{FF2B5EF4-FFF2-40B4-BE49-F238E27FC236}">
                  <a16:creationId xmlns:a16="http://schemas.microsoft.com/office/drawing/2014/main" id="{F5074447-0685-3ED9-C5D7-1EE998E442AA}"/>
                </a:ext>
              </a:extLst>
            </p:cNvPr>
            <p:cNvSpPr/>
            <p:nvPr/>
          </p:nvSpPr>
          <p:spPr>
            <a:xfrm>
              <a:off x="8396035" y="5410618"/>
              <a:ext cx="3240312" cy="54146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EAB92AC9-2604-01AD-ED65-C206566D1B48}"/>
              </a:ext>
            </a:extLst>
          </p:cNvPr>
          <p:cNvGrpSpPr/>
          <p:nvPr/>
        </p:nvGrpSpPr>
        <p:grpSpPr>
          <a:xfrm>
            <a:off x="887490" y="3799165"/>
            <a:ext cx="3378405" cy="2753031"/>
            <a:chOff x="4509505" y="876307"/>
            <a:chExt cx="3378405" cy="2753031"/>
          </a:xfrm>
        </p:grpSpPr>
        <p:pic>
          <p:nvPicPr>
            <p:cNvPr id="29" name="Picture 28">
              <a:extLst>
                <a:ext uri="{FF2B5EF4-FFF2-40B4-BE49-F238E27FC236}">
                  <a16:creationId xmlns:a16="http://schemas.microsoft.com/office/drawing/2014/main" id="{74F9319D-81C2-7136-1AA4-6DAD944926D2}"/>
                </a:ext>
              </a:extLst>
            </p:cNvPr>
            <p:cNvPicPr>
              <a:picLocks noChangeAspect="1"/>
            </p:cNvPicPr>
            <p:nvPr/>
          </p:nvPicPr>
          <p:blipFill>
            <a:blip r:embed="rId6">
              <a:extLst>
                <a:ext uri="{28A0092B-C50C-407E-A947-70E740481C1C}">
                  <a14:useLocalDpi xmlns:a14="http://schemas.microsoft.com/office/drawing/2010/main" val="0"/>
                </a:ext>
              </a:extLst>
            </a:blip>
            <a:srcRect t="29977" b="19420"/>
            <a:stretch>
              <a:fillRect/>
            </a:stretch>
          </p:blipFill>
          <p:spPr>
            <a:xfrm>
              <a:off x="4509505" y="876307"/>
              <a:ext cx="3378405" cy="2753031"/>
            </a:xfrm>
            <a:prstGeom prst="rect">
              <a:avLst/>
            </a:prstGeom>
          </p:spPr>
        </p:pic>
        <p:sp>
          <p:nvSpPr>
            <p:cNvPr id="30" name="TextBox 29">
              <a:extLst>
                <a:ext uri="{FF2B5EF4-FFF2-40B4-BE49-F238E27FC236}">
                  <a16:creationId xmlns:a16="http://schemas.microsoft.com/office/drawing/2014/main" id="{99ADB9A6-0196-6973-7BAB-5AB17C575377}"/>
                </a:ext>
              </a:extLst>
            </p:cNvPr>
            <p:cNvSpPr txBox="1"/>
            <p:nvPr/>
          </p:nvSpPr>
          <p:spPr>
            <a:xfrm>
              <a:off x="5117019" y="995931"/>
              <a:ext cx="1522954" cy="738664"/>
            </a:xfrm>
            <a:prstGeom prst="rect">
              <a:avLst/>
            </a:prstGeom>
            <a:noFill/>
          </p:spPr>
          <p:txBody>
            <a:bodyPr wrap="square" rtlCol="0">
              <a:spAutoFit/>
            </a:bodyPr>
            <a:lstStyle/>
            <a:p>
              <a:pPr marL="171450" indent="-171450">
                <a:buFontTx/>
                <a:buChar char="-"/>
              </a:pPr>
              <a:r>
                <a:rPr lang="en-US" sz="700" b="1" dirty="0">
                  <a:solidFill>
                    <a:schemeClr val="accent1">
                      <a:lumMod val="20000"/>
                      <a:lumOff val="80000"/>
                    </a:schemeClr>
                  </a:solidFill>
                </a:rPr>
                <a:t>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Not Qualified.</a:t>
              </a:r>
            </a:p>
            <a:p>
              <a:endParaRPr lang="en-US" sz="700" b="1" dirty="0">
                <a:solidFill>
                  <a:schemeClr val="accent1">
                    <a:lumMod val="20000"/>
                    <a:lumOff val="80000"/>
                  </a:schemeClr>
                </a:solidFill>
              </a:endParaRPr>
            </a:p>
            <a:p>
              <a:pPr marL="171450" indent="-171450">
                <a:buFontTx/>
                <a:buChar char="-"/>
              </a:pPr>
              <a:r>
                <a:rPr lang="en-US" sz="700" b="1" dirty="0">
                  <a:solidFill>
                    <a:schemeClr val="accent1">
                      <a:lumMod val="20000"/>
                      <a:lumOff val="80000"/>
                    </a:schemeClr>
                  </a:solidFill>
                </a:rPr>
                <a:t>Skip this item.</a:t>
              </a:r>
            </a:p>
            <a:p>
              <a:pPr marL="171450" indent="-171450">
                <a:buFontTx/>
                <a:buChar char="-"/>
              </a:pPr>
              <a:endParaRPr lang="en-US" sz="700" b="1" dirty="0">
                <a:solidFill>
                  <a:schemeClr val="accent1">
                    <a:lumMod val="20000"/>
                    <a:lumOff val="80000"/>
                  </a:schemeClr>
                </a:solidFill>
              </a:endParaRPr>
            </a:p>
          </p:txBody>
        </p:sp>
        <p:sp>
          <p:nvSpPr>
            <p:cNvPr id="31" name="TextBox 30">
              <a:extLst>
                <a:ext uri="{FF2B5EF4-FFF2-40B4-BE49-F238E27FC236}">
                  <a16:creationId xmlns:a16="http://schemas.microsoft.com/office/drawing/2014/main" id="{F9F19FA0-A4D4-1123-1648-17A77D1EF05A}"/>
                </a:ext>
              </a:extLst>
            </p:cNvPr>
            <p:cNvSpPr txBox="1"/>
            <p:nvPr/>
          </p:nvSpPr>
          <p:spPr>
            <a:xfrm>
              <a:off x="4828263" y="1796566"/>
              <a:ext cx="1674313" cy="200055"/>
            </a:xfrm>
            <a:prstGeom prst="rect">
              <a:avLst/>
            </a:prstGeom>
            <a:noFill/>
          </p:spPr>
          <p:txBody>
            <a:bodyPr wrap="square" rtlCol="0">
              <a:spAutoFit/>
            </a:bodyPr>
            <a:lstStyle/>
            <a:p>
              <a:r>
                <a:rPr lang="en-US" sz="700" b="1" dirty="0">
                  <a:solidFill>
                    <a:schemeClr val="accent2">
                      <a:lumMod val="20000"/>
                      <a:lumOff val="80000"/>
                    </a:schemeClr>
                  </a:solidFill>
                </a:rPr>
                <a:t>Qualified.</a:t>
              </a:r>
            </a:p>
          </p:txBody>
        </p:sp>
        <p:sp>
          <p:nvSpPr>
            <p:cNvPr id="32" name="TextBox 31">
              <a:extLst>
                <a:ext uri="{FF2B5EF4-FFF2-40B4-BE49-F238E27FC236}">
                  <a16:creationId xmlns:a16="http://schemas.microsoft.com/office/drawing/2014/main" id="{171A7102-22DA-A1CC-F811-9702B898D9E1}"/>
                </a:ext>
              </a:extLst>
            </p:cNvPr>
            <p:cNvSpPr txBox="1"/>
            <p:nvPr/>
          </p:nvSpPr>
          <p:spPr>
            <a:xfrm>
              <a:off x="4524394" y="2139123"/>
              <a:ext cx="2842607" cy="200055"/>
            </a:xfrm>
            <a:prstGeom prst="rect">
              <a:avLst/>
            </a:prstGeom>
            <a:noFill/>
          </p:spPr>
          <p:txBody>
            <a:bodyPr wrap="square" rtlCol="0">
              <a:spAutoFit/>
            </a:bodyPr>
            <a:lstStyle/>
            <a:p>
              <a:r>
                <a:rPr lang="en-US" sz="700" b="1" dirty="0">
                  <a:solidFill>
                    <a:schemeClr val="accent1">
                      <a:lumMod val="20000"/>
                      <a:lumOff val="80000"/>
                    </a:schemeClr>
                  </a:solidFill>
                </a:rPr>
                <a:t>This inspection item has been recorded and marked as</a:t>
              </a:r>
              <a:r>
                <a:rPr lang="en-US" sz="700" b="1" dirty="0">
                  <a:solidFill>
                    <a:schemeClr val="accent2">
                      <a:lumMod val="20000"/>
                      <a:lumOff val="80000"/>
                    </a:schemeClr>
                  </a:solidFill>
                </a:rPr>
                <a:t> OK</a:t>
              </a:r>
              <a:r>
                <a:rPr lang="en-US" sz="700" b="1" dirty="0">
                  <a:solidFill>
                    <a:schemeClr val="accent1">
                      <a:lumMod val="20000"/>
                      <a:lumOff val="80000"/>
                    </a:schemeClr>
                  </a:solidFill>
                </a:rPr>
                <a:t>.</a:t>
              </a:r>
            </a:p>
          </p:txBody>
        </p:sp>
        <p:sp>
          <p:nvSpPr>
            <p:cNvPr id="33" name="Rectangle 32">
              <a:extLst>
                <a:ext uri="{FF2B5EF4-FFF2-40B4-BE49-F238E27FC236}">
                  <a16:creationId xmlns:a16="http://schemas.microsoft.com/office/drawing/2014/main" id="{8F1BD6AB-6D6E-D5E1-B43A-89FA8B889210}"/>
                </a:ext>
              </a:extLst>
            </p:cNvPr>
            <p:cNvSpPr/>
            <p:nvPr/>
          </p:nvSpPr>
          <p:spPr>
            <a:xfrm>
              <a:off x="4592623" y="2284537"/>
              <a:ext cx="3240312" cy="700381"/>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2A903992-66A6-3000-1A95-2B2694A3DD8A}"/>
              </a:ext>
            </a:extLst>
          </p:cNvPr>
          <p:cNvSpPr txBox="1"/>
          <p:nvPr/>
        </p:nvSpPr>
        <p:spPr>
          <a:xfrm>
            <a:off x="1817317" y="937956"/>
            <a:ext cx="1657022" cy="338554"/>
          </a:xfrm>
          <a:prstGeom prst="rect">
            <a:avLst/>
          </a:prstGeom>
          <a:noFill/>
        </p:spPr>
        <p:txBody>
          <a:bodyPr wrap="square" rtlCol="0">
            <a:spAutoFit/>
          </a:bodyPr>
          <a:lstStyle/>
          <a:p>
            <a:r>
              <a:rPr lang="en-US" sz="1600" dirty="0">
                <a:solidFill>
                  <a:schemeClr val="accent2"/>
                </a:solidFill>
              </a:rPr>
              <a:t>0 Wake Word</a:t>
            </a:r>
          </a:p>
        </p:txBody>
      </p:sp>
      <p:sp>
        <p:nvSpPr>
          <p:cNvPr id="35" name="TextBox 34">
            <a:extLst>
              <a:ext uri="{FF2B5EF4-FFF2-40B4-BE49-F238E27FC236}">
                <a16:creationId xmlns:a16="http://schemas.microsoft.com/office/drawing/2014/main" id="{DF6B89A1-3DC2-CB40-EFB1-1B7BE9D653A2}"/>
              </a:ext>
            </a:extLst>
          </p:cNvPr>
          <p:cNvSpPr txBox="1"/>
          <p:nvPr/>
        </p:nvSpPr>
        <p:spPr>
          <a:xfrm>
            <a:off x="5468019" y="2893773"/>
            <a:ext cx="2590027" cy="338554"/>
          </a:xfrm>
          <a:prstGeom prst="rect">
            <a:avLst/>
          </a:prstGeom>
          <a:noFill/>
        </p:spPr>
        <p:txBody>
          <a:bodyPr wrap="square">
            <a:spAutoFit/>
          </a:bodyPr>
          <a:lstStyle/>
          <a:p>
            <a:r>
              <a:rPr lang="en-US" altLang="zh-CN" sz="1600" dirty="0">
                <a:solidFill>
                  <a:schemeClr val="accent2"/>
                </a:solidFill>
              </a:rPr>
              <a:t>5 Select inspection result</a:t>
            </a:r>
            <a:endParaRPr lang="en-US" sz="1600" dirty="0">
              <a:solidFill>
                <a:schemeClr val="accent2"/>
              </a:solidFill>
            </a:endParaRPr>
          </a:p>
        </p:txBody>
      </p:sp>
      <p:sp>
        <p:nvSpPr>
          <p:cNvPr id="36" name="Arrow: Down 35">
            <a:extLst>
              <a:ext uri="{FF2B5EF4-FFF2-40B4-BE49-F238E27FC236}">
                <a16:creationId xmlns:a16="http://schemas.microsoft.com/office/drawing/2014/main" id="{08745DD7-8B98-DD4C-2CF6-F4661F85FB56}"/>
              </a:ext>
            </a:extLst>
          </p:cNvPr>
          <p:cNvSpPr/>
          <p:nvPr/>
        </p:nvSpPr>
        <p:spPr>
          <a:xfrm>
            <a:off x="6458670" y="3229535"/>
            <a:ext cx="185793" cy="522394"/>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Down 36">
            <a:extLst>
              <a:ext uri="{FF2B5EF4-FFF2-40B4-BE49-F238E27FC236}">
                <a16:creationId xmlns:a16="http://schemas.microsoft.com/office/drawing/2014/main" id="{340DFAB3-E91B-5A0F-5A81-150E35F0C239}"/>
              </a:ext>
            </a:extLst>
          </p:cNvPr>
          <p:cNvSpPr/>
          <p:nvPr/>
        </p:nvSpPr>
        <p:spPr>
          <a:xfrm rot="3636544">
            <a:off x="4568025" y="3043454"/>
            <a:ext cx="185793" cy="522394"/>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BDFBFC8B-99B1-96A1-09D9-237B6BAAE4FD}"/>
              </a:ext>
            </a:extLst>
          </p:cNvPr>
          <p:cNvSpPr/>
          <p:nvPr/>
        </p:nvSpPr>
        <p:spPr>
          <a:xfrm rot="17874612">
            <a:off x="8426889" y="3031431"/>
            <a:ext cx="185793" cy="522394"/>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0FD5728-BAD4-47A2-503D-3C9086FCCF7F}"/>
              </a:ext>
            </a:extLst>
          </p:cNvPr>
          <p:cNvSpPr txBox="1"/>
          <p:nvPr/>
        </p:nvSpPr>
        <p:spPr>
          <a:xfrm>
            <a:off x="8591402" y="589528"/>
            <a:ext cx="3378404" cy="2554545"/>
          </a:xfrm>
          <a:prstGeom prst="rect">
            <a:avLst/>
          </a:prstGeom>
          <a:noFill/>
        </p:spPr>
        <p:txBody>
          <a:bodyPr wrap="square">
            <a:spAutoFit/>
          </a:bodyPr>
          <a:lstStyle/>
          <a:p>
            <a:r>
              <a:rPr lang="en-US" altLang="zh-CN" sz="1600" dirty="0">
                <a:solidFill>
                  <a:schemeClr val="accent2"/>
                </a:solidFill>
              </a:rPr>
              <a:t>1 Scan QR Code on the mark of the device</a:t>
            </a:r>
          </a:p>
          <a:p>
            <a:r>
              <a:rPr lang="en-US" altLang="zh-CN" sz="1600" dirty="0">
                <a:solidFill>
                  <a:schemeClr val="accent2"/>
                </a:solidFill>
              </a:rPr>
              <a:t>2 Save project and device information</a:t>
            </a:r>
          </a:p>
          <a:p>
            <a:r>
              <a:rPr lang="en-US" altLang="zh-CN" sz="1600" dirty="0">
                <a:solidFill>
                  <a:schemeClr val="accent2"/>
                </a:solidFill>
              </a:rPr>
              <a:t>3 Load inspection items based on device model</a:t>
            </a:r>
          </a:p>
          <a:p>
            <a:r>
              <a:rPr lang="en-US" altLang="zh-CN" sz="1600" dirty="0">
                <a:solidFill>
                  <a:schemeClr val="accent2"/>
                </a:solidFill>
              </a:rPr>
              <a:t>4 Display inspection items on the glasses</a:t>
            </a:r>
            <a:endParaRPr lang="en-US" sz="1600" dirty="0">
              <a:solidFill>
                <a:schemeClr val="accent2"/>
              </a:solidFill>
            </a:endParaRPr>
          </a:p>
          <a:p>
            <a:endParaRPr lang="en-US" sz="1600" dirty="0">
              <a:solidFill>
                <a:schemeClr val="accent2"/>
              </a:solidFill>
            </a:endParaRPr>
          </a:p>
          <a:p>
            <a:endParaRPr lang="en-US" sz="1600" dirty="0">
              <a:solidFill>
                <a:schemeClr val="accent2"/>
              </a:solidFill>
            </a:endParaRPr>
          </a:p>
        </p:txBody>
      </p:sp>
    </p:spTree>
    <p:extLst>
      <p:ext uri="{BB962C8B-B14F-4D97-AF65-F5344CB8AC3E}">
        <p14:creationId xmlns:p14="http://schemas.microsoft.com/office/powerpoint/2010/main" val="1192832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65923C1C-93CE-59B8-9C31-89175CD88A61}"/>
              </a:ext>
            </a:extLst>
          </p:cNvPr>
          <p:cNvSpPr>
            <a:spLocks noGrp="1"/>
          </p:cNvSpPr>
          <p:nvPr>
            <p:ph type="title"/>
          </p:nvPr>
        </p:nvSpPr>
        <p:spPr>
          <a:xfrm>
            <a:off x="0" y="0"/>
            <a:ext cx="9659938" cy="1414463"/>
          </a:xfrm>
        </p:spPr>
        <p:txBody>
          <a:bodyPr/>
          <a:lstStyle/>
          <a:p>
            <a:r>
              <a:rPr lang="en-US" dirty="0"/>
              <a:t>3 Project Progress</a:t>
            </a:r>
            <a:br>
              <a:rPr lang="en-US" dirty="0"/>
            </a:br>
            <a:r>
              <a:rPr lang="en-US" sz="1600" dirty="0"/>
              <a:t>Demo</a:t>
            </a:r>
            <a:endParaRPr lang="en-US" dirty="0"/>
          </a:p>
        </p:txBody>
      </p:sp>
      <p:grpSp>
        <p:nvGrpSpPr>
          <p:cNvPr id="5" name="Group 4">
            <a:extLst>
              <a:ext uri="{FF2B5EF4-FFF2-40B4-BE49-F238E27FC236}">
                <a16:creationId xmlns:a16="http://schemas.microsoft.com/office/drawing/2014/main" id="{56A4EDCB-7DAD-0280-6FBE-EB9EC9E95E80}"/>
              </a:ext>
            </a:extLst>
          </p:cNvPr>
          <p:cNvGrpSpPr/>
          <p:nvPr/>
        </p:nvGrpSpPr>
        <p:grpSpPr>
          <a:xfrm>
            <a:off x="320812" y="1053493"/>
            <a:ext cx="2784516" cy="2607688"/>
            <a:chOff x="4798513" y="3157008"/>
            <a:chExt cx="3378403" cy="2787184"/>
          </a:xfrm>
        </p:grpSpPr>
        <p:pic>
          <p:nvPicPr>
            <p:cNvPr id="6" name="Picture 5">
              <a:extLst>
                <a:ext uri="{FF2B5EF4-FFF2-40B4-BE49-F238E27FC236}">
                  <a16:creationId xmlns:a16="http://schemas.microsoft.com/office/drawing/2014/main" id="{323BF945-0D5E-50BE-8CB7-651A10D3AC9A}"/>
                </a:ext>
              </a:extLst>
            </p:cNvPr>
            <p:cNvPicPr>
              <a:picLocks noChangeAspect="1"/>
            </p:cNvPicPr>
            <p:nvPr/>
          </p:nvPicPr>
          <p:blipFill>
            <a:blip r:embed="rId2">
              <a:extLst>
                <a:ext uri="{28A0092B-C50C-407E-A947-70E740481C1C}">
                  <a14:useLocalDpi xmlns:a14="http://schemas.microsoft.com/office/drawing/2010/main" val="0"/>
                </a:ext>
              </a:extLst>
            </a:blip>
            <a:srcRect t="30239" b="18531"/>
            <a:stretch>
              <a:fillRect/>
            </a:stretch>
          </p:blipFill>
          <p:spPr>
            <a:xfrm>
              <a:off x="4798513" y="3157008"/>
              <a:ext cx="3378403" cy="2787184"/>
            </a:xfrm>
            <a:prstGeom prst="rect">
              <a:avLst/>
            </a:prstGeom>
          </p:spPr>
        </p:pic>
        <p:sp>
          <p:nvSpPr>
            <p:cNvPr id="7" name="Rectangle 6">
              <a:extLst>
                <a:ext uri="{FF2B5EF4-FFF2-40B4-BE49-F238E27FC236}">
                  <a16:creationId xmlns:a16="http://schemas.microsoft.com/office/drawing/2014/main" id="{F130A70E-08C4-EA91-7186-093E980346A0}"/>
                </a:ext>
              </a:extLst>
            </p:cNvPr>
            <p:cNvSpPr/>
            <p:nvPr/>
          </p:nvSpPr>
          <p:spPr>
            <a:xfrm>
              <a:off x="4867558" y="3294925"/>
              <a:ext cx="3240312" cy="94837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83AA555A-054D-0A28-F56E-DFB0A1EF40C5}"/>
                </a:ext>
              </a:extLst>
            </p:cNvPr>
            <p:cNvSpPr txBox="1"/>
            <p:nvPr/>
          </p:nvSpPr>
          <p:spPr>
            <a:xfrm>
              <a:off x="4988546" y="3935523"/>
              <a:ext cx="3032053" cy="307777"/>
            </a:xfrm>
            <a:prstGeom prst="rect">
              <a:avLst/>
            </a:prstGeom>
            <a:noFill/>
          </p:spPr>
          <p:txBody>
            <a:bodyPr wrap="square" rtlCol="0">
              <a:spAutoFit/>
            </a:bodyPr>
            <a:lstStyle/>
            <a:p>
              <a:r>
                <a:rPr lang="en-US" sz="700" b="1" dirty="0">
                  <a:solidFill>
                    <a:schemeClr val="accent1">
                      <a:lumMod val="20000"/>
                      <a:lumOff val="80000"/>
                    </a:schemeClr>
                  </a:solidFill>
                </a:rPr>
                <a:t>The inspection report has been successfully generated.</a:t>
              </a:r>
            </a:p>
            <a:p>
              <a:r>
                <a:rPr lang="en-US" sz="700" b="1" dirty="0">
                  <a:solidFill>
                    <a:schemeClr val="accent1">
                      <a:lumMod val="20000"/>
                      <a:lumOff val="80000"/>
                    </a:schemeClr>
                  </a:solidFill>
                </a:rPr>
                <a:t>The link is https://...</a:t>
              </a:r>
            </a:p>
          </p:txBody>
        </p:sp>
        <p:sp>
          <p:nvSpPr>
            <p:cNvPr id="9" name="Rectangle 8">
              <a:extLst>
                <a:ext uri="{FF2B5EF4-FFF2-40B4-BE49-F238E27FC236}">
                  <a16:creationId xmlns:a16="http://schemas.microsoft.com/office/drawing/2014/main" id="{2904D5DD-106E-D9A3-805C-68B30A678D93}"/>
                </a:ext>
              </a:extLst>
            </p:cNvPr>
            <p:cNvSpPr/>
            <p:nvPr/>
          </p:nvSpPr>
          <p:spPr>
            <a:xfrm>
              <a:off x="4867557" y="4309653"/>
              <a:ext cx="1867197" cy="151029"/>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3E32AB60-4EC0-BAC8-02EE-BB3C81CF001E}"/>
              </a:ext>
            </a:extLst>
          </p:cNvPr>
          <p:cNvPicPr>
            <a:picLocks noChangeAspect="1"/>
          </p:cNvPicPr>
          <p:nvPr/>
        </p:nvPicPr>
        <p:blipFill>
          <a:blip r:embed="rId3"/>
          <a:stretch>
            <a:fillRect/>
          </a:stretch>
        </p:blipFill>
        <p:spPr>
          <a:xfrm>
            <a:off x="153057" y="3661182"/>
            <a:ext cx="5794518" cy="3147276"/>
          </a:xfrm>
          <a:prstGeom prst="rect">
            <a:avLst/>
          </a:prstGeom>
        </p:spPr>
      </p:pic>
      <p:pic>
        <p:nvPicPr>
          <p:cNvPr id="11" name="Picture 10">
            <a:extLst>
              <a:ext uri="{FF2B5EF4-FFF2-40B4-BE49-F238E27FC236}">
                <a16:creationId xmlns:a16="http://schemas.microsoft.com/office/drawing/2014/main" id="{D5D263B2-A562-493C-2860-C51D5FDF8F64}"/>
              </a:ext>
            </a:extLst>
          </p:cNvPr>
          <p:cNvPicPr>
            <a:picLocks noChangeAspect="1"/>
          </p:cNvPicPr>
          <p:nvPr/>
        </p:nvPicPr>
        <p:blipFill>
          <a:blip r:embed="rId4"/>
          <a:stretch>
            <a:fillRect/>
          </a:stretch>
        </p:blipFill>
        <p:spPr>
          <a:xfrm>
            <a:off x="6579128" y="365125"/>
            <a:ext cx="4682867" cy="6447111"/>
          </a:xfrm>
          <a:prstGeom prst="rect">
            <a:avLst/>
          </a:prstGeom>
        </p:spPr>
      </p:pic>
      <p:sp>
        <p:nvSpPr>
          <p:cNvPr id="12" name="Rectangle 11">
            <a:extLst>
              <a:ext uri="{FF2B5EF4-FFF2-40B4-BE49-F238E27FC236}">
                <a16:creationId xmlns:a16="http://schemas.microsoft.com/office/drawing/2014/main" id="{CCFC9544-3B9F-DD07-C67F-CF5EEBB8518D}"/>
              </a:ext>
            </a:extLst>
          </p:cNvPr>
          <p:cNvSpPr/>
          <p:nvPr/>
        </p:nvSpPr>
        <p:spPr>
          <a:xfrm>
            <a:off x="223899" y="3737113"/>
            <a:ext cx="127317" cy="3071345"/>
          </a:xfrm>
          <a:prstGeom prst="rect">
            <a:avLst/>
          </a:prstGeom>
          <a:solidFill>
            <a:srgbClr val="FFFF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441A94-74D5-9431-142C-60632D54AD09}"/>
              </a:ext>
            </a:extLst>
          </p:cNvPr>
          <p:cNvSpPr/>
          <p:nvPr/>
        </p:nvSpPr>
        <p:spPr>
          <a:xfrm>
            <a:off x="369754" y="3737113"/>
            <a:ext cx="274302" cy="3071345"/>
          </a:xfrm>
          <a:prstGeom prst="rect">
            <a:avLst/>
          </a:prstGeom>
          <a:solidFill>
            <a:schemeClr val="bg2">
              <a:lumMod val="9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6BBB5D3-A0E9-0702-5316-81BD852A3384}"/>
              </a:ext>
            </a:extLst>
          </p:cNvPr>
          <p:cNvSpPr/>
          <p:nvPr/>
        </p:nvSpPr>
        <p:spPr>
          <a:xfrm>
            <a:off x="696083" y="3737113"/>
            <a:ext cx="639736" cy="3071345"/>
          </a:xfrm>
          <a:prstGeom prst="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F96AB3-623A-1604-8AEB-6DC750F97D97}"/>
              </a:ext>
            </a:extLst>
          </p:cNvPr>
          <p:cNvSpPr/>
          <p:nvPr/>
        </p:nvSpPr>
        <p:spPr>
          <a:xfrm>
            <a:off x="1387846" y="3737112"/>
            <a:ext cx="1665455" cy="3071345"/>
          </a:xfrm>
          <a:prstGeom prst="rect">
            <a:avLst/>
          </a:prstGeom>
          <a:solidFill>
            <a:srgbClr val="7D676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3ED81DA-E448-5D36-B762-947EA83C3629}"/>
              </a:ext>
            </a:extLst>
          </p:cNvPr>
          <p:cNvSpPr/>
          <p:nvPr/>
        </p:nvSpPr>
        <p:spPr>
          <a:xfrm>
            <a:off x="3105328" y="3737112"/>
            <a:ext cx="486201" cy="3071345"/>
          </a:xfrm>
          <a:prstGeom prst="rect">
            <a:avLst/>
          </a:prstGeom>
          <a:solidFill>
            <a:schemeClr val="tx1">
              <a:lumMod val="50000"/>
              <a:lumOff val="5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C01ECFA-52BE-8A01-44F9-B0AD35CEDED7}"/>
              </a:ext>
            </a:extLst>
          </p:cNvPr>
          <p:cNvSpPr/>
          <p:nvPr/>
        </p:nvSpPr>
        <p:spPr>
          <a:xfrm>
            <a:off x="3631655" y="3737112"/>
            <a:ext cx="538227" cy="3071345"/>
          </a:xfrm>
          <a:prstGeom prst="rect">
            <a:avLst/>
          </a:prstGeom>
          <a:solidFill>
            <a:schemeClr val="accent1">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0D4DBA8-EA63-FD6C-70A0-59C95F059870}"/>
              </a:ext>
            </a:extLst>
          </p:cNvPr>
          <p:cNvSpPr/>
          <p:nvPr/>
        </p:nvSpPr>
        <p:spPr>
          <a:xfrm>
            <a:off x="4223082" y="3737112"/>
            <a:ext cx="197843" cy="3071345"/>
          </a:xfrm>
          <a:prstGeom prst="rect">
            <a:avLst/>
          </a:prstGeom>
          <a:solidFill>
            <a:schemeClr val="accent5">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042C386-6830-2A4C-A7F5-2B13B6304974}"/>
              </a:ext>
            </a:extLst>
          </p:cNvPr>
          <p:cNvSpPr/>
          <p:nvPr/>
        </p:nvSpPr>
        <p:spPr>
          <a:xfrm>
            <a:off x="4467311" y="3737112"/>
            <a:ext cx="197843" cy="3071345"/>
          </a:xfrm>
          <a:prstGeom prst="rect">
            <a:avLst/>
          </a:prstGeom>
          <a:solidFill>
            <a:schemeClr val="accent4">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BE34FB9-0C0B-76AD-C19B-E083DE281749}"/>
              </a:ext>
            </a:extLst>
          </p:cNvPr>
          <p:cNvSpPr/>
          <p:nvPr/>
        </p:nvSpPr>
        <p:spPr>
          <a:xfrm>
            <a:off x="4711540" y="3737112"/>
            <a:ext cx="585167" cy="3071345"/>
          </a:xfrm>
          <a:prstGeom prst="rect">
            <a:avLst/>
          </a:prstGeom>
          <a:solidFill>
            <a:srgbClr val="00B05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B3845BE-79F6-242B-82FF-DDBA4A9C1C61}"/>
              </a:ext>
            </a:extLst>
          </p:cNvPr>
          <p:cNvSpPr/>
          <p:nvPr/>
        </p:nvSpPr>
        <p:spPr>
          <a:xfrm>
            <a:off x="5452303" y="3737112"/>
            <a:ext cx="198159" cy="3071345"/>
          </a:xfrm>
          <a:prstGeom prst="rect">
            <a:avLst/>
          </a:prstGeom>
          <a:solidFill>
            <a:schemeClr val="accent5">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7BC8D8B-3C14-CD53-FEBD-A08B76E60B5D}"/>
              </a:ext>
            </a:extLst>
          </p:cNvPr>
          <p:cNvSpPr/>
          <p:nvPr/>
        </p:nvSpPr>
        <p:spPr>
          <a:xfrm>
            <a:off x="5721605" y="3737111"/>
            <a:ext cx="198159" cy="3071345"/>
          </a:xfrm>
          <a:prstGeom prst="rect">
            <a:avLst/>
          </a:prstGeom>
          <a:solidFill>
            <a:srgbClr val="FF00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92749AF-83AF-DEC5-ABC6-24B16BBACF2E}"/>
              </a:ext>
            </a:extLst>
          </p:cNvPr>
          <p:cNvSpPr/>
          <p:nvPr/>
        </p:nvSpPr>
        <p:spPr>
          <a:xfrm>
            <a:off x="6844094" y="365125"/>
            <a:ext cx="892524" cy="197457"/>
          </a:xfrm>
          <a:prstGeom prst="rect">
            <a:avLst/>
          </a:prstGeom>
          <a:solidFill>
            <a:srgbClr val="FFFF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D01</a:t>
            </a:r>
          </a:p>
        </p:txBody>
      </p:sp>
      <p:sp>
        <p:nvSpPr>
          <p:cNvPr id="24" name="Rectangle 23">
            <a:extLst>
              <a:ext uri="{FF2B5EF4-FFF2-40B4-BE49-F238E27FC236}">
                <a16:creationId xmlns:a16="http://schemas.microsoft.com/office/drawing/2014/main" id="{3B5037A4-E11C-F28D-D6A2-C558231771D3}"/>
              </a:ext>
            </a:extLst>
          </p:cNvPr>
          <p:cNvSpPr/>
          <p:nvPr/>
        </p:nvSpPr>
        <p:spPr>
          <a:xfrm>
            <a:off x="6844094" y="1083234"/>
            <a:ext cx="892523" cy="141797"/>
          </a:xfrm>
          <a:prstGeom prst="rect">
            <a:avLst/>
          </a:prstGeom>
          <a:solidFill>
            <a:schemeClr val="bg2">
              <a:lumMod val="9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E9D1330-AF31-AEEB-930B-35EA6DCE4816}"/>
              </a:ext>
            </a:extLst>
          </p:cNvPr>
          <p:cNvSpPr/>
          <p:nvPr/>
        </p:nvSpPr>
        <p:spPr>
          <a:xfrm>
            <a:off x="9281213" y="6391520"/>
            <a:ext cx="1192071" cy="280478"/>
          </a:xfrm>
          <a:prstGeom prst="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D99BB8C-8701-B4B5-7564-14A94EDD802B}"/>
              </a:ext>
            </a:extLst>
          </p:cNvPr>
          <p:cNvSpPr/>
          <p:nvPr/>
        </p:nvSpPr>
        <p:spPr>
          <a:xfrm>
            <a:off x="7356105" y="2323105"/>
            <a:ext cx="1994629" cy="4014085"/>
          </a:xfrm>
          <a:prstGeom prst="rect">
            <a:avLst/>
          </a:prstGeom>
          <a:solidFill>
            <a:srgbClr val="7D6766">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3F52A82-93D7-2755-DBC0-57D4B8FBDE08}"/>
              </a:ext>
            </a:extLst>
          </p:cNvPr>
          <p:cNvSpPr/>
          <p:nvPr/>
        </p:nvSpPr>
        <p:spPr>
          <a:xfrm>
            <a:off x="6843677" y="1225032"/>
            <a:ext cx="1345156" cy="197458"/>
          </a:xfrm>
          <a:prstGeom prst="rect">
            <a:avLst/>
          </a:prstGeom>
          <a:solidFill>
            <a:schemeClr val="tx1">
              <a:lumMod val="50000"/>
              <a:lumOff val="5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7D8F4E-42A0-700F-7E28-5882DCFDAF42}"/>
              </a:ext>
            </a:extLst>
          </p:cNvPr>
          <p:cNvSpPr/>
          <p:nvPr/>
        </p:nvSpPr>
        <p:spPr>
          <a:xfrm>
            <a:off x="9919813" y="2323105"/>
            <a:ext cx="973253" cy="4014085"/>
          </a:xfrm>
          <a:prstGeom prst="rect">
            <a:avLst/>
          </a:prstGeom>
          <a:solidFill>
            <a:schemeClr val="accent1">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686CF7F-86FA-14DD-8740-0C07023A1CA9}"/>
              </a:ext>
            </a:extLst>
          </p:cNvPr>
          <p:cNvSpPr/>
          <p:nvPr/>
        </p:nvSpPr>
        <p:spPr>
          <a:xfrm>
            <a:off x="8088153" y="1083234"/>
            <a:ext cx="956445" cy="141797"/>
          </a:xfrm>
          <a:prstGeom prst="rect">
            <a:avLst/>
          </a:prstGeom>
          <a:solidFill>
            <a:schemeClr val="accent5">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B0C3E26-3911-2AF6-0013-847B8D97FA47}"/>
              </a:ext>
            </a:extLst>
          </p:cNvPr>
          <p:cNvSpPr/>
          <p:nvPr/>
        </p:nvSpPr>
        <p:spPr>
          <a:xfrm>
            <a:off x="10257075" y="1083234"/>
            <a:ext cx="701497" cy="141797"/>
          </a:xfrm>
          <a:prstGeom prst="rect">
            <a:avLst/>
          </a:prstGeom>
          <a:solidFill>
            <a:schemeClr val="accent4">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5011675-6E1D-4F39-A347-ABE29C5BA910}"/>
              </a:ext>
            </a:extLst>
          </p:cNvPr>
          <p:cNvSpPr/>
          <p:nvPr/>
        </p:nvSpPr>
        <p:spPr>
          <a:xfrm>
            <a:off x="6841616" y="1585332"/>
            <a:ext cx="3940353" cy="302150"/>
          </a:xfrm>
          <a:prstGeom prst="rect">
            <a:avLst/>
          </a:prstGeom>
          <a:solidFill>
            <a:srgbClr val="00B05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971BDCE-18D1-3AF5-A3F7-12AEC68538EC}"/>
              </a:ext>
            </a:extLst>
          </p:cNvPr>
          <p:cNvSpPr/>
          <p:nvPr/>
        </p:nvSpPr>
        <p:spPr>
          <a:xfrm>
            <a:off x="6845096" y="2323105"/>
            <a:ext cx="455866" cy="4014085"/>
          </a:xfrm>
          <a:prstGeom prst="rect">
            <a:avLst/>
          </a:prstGeom>
          <a:solidFill>
            <a:schemeClr val="accent5">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725555B-8ED6-27E9-A91A-E95C7669034B}"/>
              </a:ext>
            </a:extLst>
          </p:cNvPr>
          <p:cNvSpPr/>
          <p:nvPr/>
        </p:nvSpPr>
        <p:spPr>
          <a:xfrm>
            <a:off x="9405877" y="2323105"/>
            <a:ext cx="413564" cy="4014085"/>
          </a:xfrm>
          <a:prstGeom prst="rect">
            <a:avLst/>
          </a:prstGeom>
          <a:solidFill>
            <a:srgbClr val="FF00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Circular 33">
            <a:extLst>
              <a:ext uri="{FF2B5EF4-FFF2-40B4-BE49-F238E27FC236}">
                <a16:creationId xmlns:a16="http://schemas.microsoft.com/office/drawing/2014/main" id="{4DB15C12-44B1-D717-90CD-CD95BDF6A1BF}"/>
              </a:ext>
            </a:extLst>
          </p:cNvPr>
          <p:cNvSpPr/>
          <p:nvPr/>
        </p:nvSpPr>
        <p:spPr>
          <a:xfrm>
            <a:off x="2834244" y="2464538"/>
            <a:ext cx="1093648" cy="2092457"/>
          </a:xfrm>
          <a:prstGeom prst="circularArrow">
            <a:avLst>
              <a:gd name="adj1" fmla="val 7762"/>
              <a:gd name="adj2" fmla="val 1009086"/>
              <a:gd name="adj3" fmla="val 20329095"/>
              <a:gd name="adj4" fmla="val 16097515"/>
              <a:gd name="adj5" fmla="val 113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Arrow: Circular 34">
            <a:extLst>
              <a:ext uri="{FF2B5EF4-FFF2-40B4-BE49-F238E27FC236}">
                <a16:creationId xmlns:a16="http://schemas.microsoft.com/office/drawing/2014/main" id="{62BEA0C1-7142-BC46-B956-C5E211DA2756}"/>
              </a:ext>
            </a:extLst>
          </p:cNvPr>
          <p:cNvSpPr/>
          <p:nvPr/>
        </p:nvSpPr>
        <p:spPr>
          <a:xfrm rot="18838996">
            <a:off x="5665426" y="934961"/>
            <a:ext cx="2088708" cy="2481272"/>
          </a:xfrm>
          <a:prstGeom prst="circularArrow">
            <a:avLst>
              <a:gd name="adj1" fmla="val 5056"/>
              <a:gd name="adj2" fmla="val 919668"/>
              <a:gd name="adj3" fmla="val 18003096"/>
              <a:gd name="adj4" fmla="val 13391543"/>
              <a:gd name="adj5" fmla="val 68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D5785B90-A4AF-59C9-EDE1-C43F3EF5EB3A}"/>
              </a:ext>
            </a:extLst>
          </p:cNvPr>
          <p:cNvSpPr txBox="1"/>
          <p:nvPr/>
        </p:nvSpPr>
        <p:spPr>
          <a:xfrm>
            <a:off x="3116288" y="997041"/>
            <a:ext cx="2406857" cy="1569660"/>
          </a:xfrm>
          <a:prstGeom prst="rect">
            <a:avLst/>
          </a:prstGeom>
          <a:noFill/>
        </p:spPr>
        <p:txBody>
          <a:bodyPr wrap="square">
            <a:spAutoFit/>
          </a:bodyPr>
          <a:lstStyle/>
          <a:p>
            <a:r>
              <a:rPr lang="en-US" altLang="zh-CN" sz="1600" dirty="0">
                <a:solidFill>
                  <a:schemeClr val="accent2"/>
                </a:solidFill>
              </a:rPr>
              <a:t>6 Write inspection results in the database</a:t>
            </a:r>
          </a:p>
          <a:p>
            <a:endParaRPr lang="en-US" altLang="zh-CN" sz="1600" dirty="0">
              <a:solidFill>
                <a:schemeClr val="accent2"/>
              </a:solidFill>
            </a:endParaRPr>
          </a:p>
          <a:p>
            <a:r>
              <a:rPr lang="en-US" altLang="zh-CN" sz="1600" dirty="0">
                <a:solidFill>
                  <a:schemeClr val="accent2"/>
                </a:solidFill>
              </a:rPr>
              <a:t>7 Export inspection results as intermediate table</a:t>
            </a:r>
            <a:endParaRPr lang="en-US" sz="1600" dirty="0">
              <a:solidFill>
                <a:schemeClr val="accent2"/>
              </a:solidFill>
            </a:endParaRPr>
          </a:p>
        </p:txBody>
      </p:sp>
      <p:sp>
        <p:nvSpPr>
          <p:cNvPr id="37" name="TextBox 36">
            <a:extLst>
              <a:ext uri="{FF2B5EF4-FFF2-40B4-BE49-F238E27FC236}">
                <a16:creationId xmlns:a16="http://schemas.microsoft.com/office/drawing/2014/main" id="{720D13F9-0433-2875-F507-8138B11AD9FF}"/>
              </a:ext>
            </a:extLst>
          </p:cNvPr>
          <p:cNvSpPr txBox="1"/>
          <p:nvPr/>
        </p:nvSpPr>
        <p:spPr>
          <a:xfrm>
            <a:off x="4603753" y="2341493"/>
            <a:ext cx="2544321" cy="1323439"/>
          </a:xfrm>
          <a:prstGeom prst="rect">
            <a:avLst/>
          </a:prstGeom>
          <a:noFill/>
        </p:spPr>
        <p:txBody>
          <a:bodyPr wrap="square">
            <a:spAutoFit/>
          </a:bodyPr>
          <a:lstStyle/>
          <a:p>
            <a:r>
              <a:rPr lang="en-US" altLang="zh-CN" sz="1600" dirty="0">
                <a:solidFill>
                  <a:schemeClr val="accent2"/>
                </a:solidFill>
              </a:rPr>
              <a:t>8 Fill in the FCR with corresponding data</a:t>
            </a:r>
          </a:p>
          <a:p>
            <a:r>
              <a:rPr lang="en-US" altLang="zh-CN" sz="1600" dirty="0">
                <a:solidFill>
                  <a:schemeClr val="accent2"/>
                </a:solidFill>
              </a:rPr>
              <a:t>9 Adjust the FCR</a:t>
            </a:r>
          </a:p>
          <a:p>
            <a:r>
              <a:rPr lang="en-US" sz="1600" dirty="0">
                <a:solidFill>
                  <a:schemeClr val="accent2"/>
                </a:solidFill>
              </a:rPr>
              <a:t>(Format, Content, etc.)</a:t>
            </a:r>
          </a:p>
          <a:p>
            <a:r>
              <a:rPr lang="en-US" altLang="zh-CN" sz="1600" dirty="0">
                <a:solidFill>
                  <a:schemeClr val="accent2"/>
                </a:solidFill>
              </a:rPr>
              <a:t>10 Finish</a:t>
            </a:r>
            <a:endParaRPr lang="en-US" sz="1600" dirty="0">
              <a:solidFill>
                <a:schemeClr val="accent2"/>
              </a:solidFill>
            </a:endParaRPr>
          </a:p>
        </p:txBody>
      </p:sp>
      <p:sp>
        <p:nvSpPr>
          <p:cNvPr id="38" name="TextBox 37">
            <a:extLst>
              <a:ext uri="{FF2B5EF4-FFF2-40B4-BE49-F238E27FC236}">
                <a16:creationId xmlns:a16="http://schemas.microsoft.com/office/drawing/2014/main" id="{892BB4E3-E1C3-6B86-83E4-B4A235604162}"/>
              </a:ext>
            </a:extLst>
          </p:cNvPr>
          <p:cNvSpPr txBox="1"/>
          <p:nvPr/>
        </p:nvSpPr>
        <p:spPr>
          <a:xfrm>
            <a:off x="882595" y="755374"/>
            <a:ext cx="0" cy="0"/>
          </a:xfrm>
          <a:prstGeom prst="rect">
            <a:avLst/>
          </a:prstGeom>
          <a:noFill/>
        </p:spPr>
        <p:txBody>
          <a:bodyPr wrap="none" lIns="0" tIns="0" rIns="0" bIns="0" rtlCol="0">
            <a:noAutofit/>
          </a:bodyPr>
          <a:lstStyle/>
          <a:p>
            <a:pPr algn="l"/>
            <a:endParaRPr lang="en-US" dirty="0" err="1"/>
          </a:p>
        </p:txBody>
      </p:sp>
    </p:spTree>
    <p:extLst>
      <p:ext uri="{BB962C8B-B14F-4D97-AF65-F5344CB8AC3E}">
        <p14:creationId xmlns:p14="http://schemas.microsoft.com/office/powerpoint/2010/main" val="4267956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8D4BF6-D74E-E1AB-9BD9-152A875CD087}"/>
              </a:ext>
            </a:extLst>
          </p:cNvPr>
          <p:cNvSpPr>
            <a:spLocks noGrp="1"/>
          </p:cNvSpPr>
          <p:nvPr>
            <p:ph type="title"/>
          </p:nvPr>
        </p:nvSpPr>
        <p:spPr/>
        <p:txBody>
          <a:bodyPr/>
          <a:lstStyle/>
          <a:p>
            <a:r>
              <a:rPr lang="en-US" dirty="0"/>
              <a:t>3 Project Progress</a:t>
            </a:r>
            <a:br>
              <a:rPr lang="en-US" dirty="0"/>
            </a:br>
            <a:r>
              <a:rPr lang="en-US" sz="1600" dirty="0"/>
              <a:t>Future Work</a:t>
            </a:r>
            <a:endParaRPr lang="en-US" dirty="0"/>
          </a:p>
        </p:txBody>
      </p:sp>
      <p:graphicFrame>
        <p:nvGraphicFramePr>
          <p:cNvPr id="5" name="Table 4">
            <a:extLst>
              <a:ext uri="{FF2B5EF4-FFF2-40B4-BE49-F238E27FC236}">
                <a16:creationId xmlns:a16="http://schemas.microsoft.com/office/drawing/2014/main" id="{30C282A3-8BCE-43F0-36BB-5B9A720EA1E9}"/>
              </a:ext>
            </a:extLst>
          </p:cNvPr>
          <p:cNvGraphicFramePr>
            <a:graphicFrameLocks noGrp="1"/>
          </p:cNvGraphicFramePr>
          <p:nvPr>
            <p:extLst>
              <p:ext uri="{D42A27DB-BD31-4B8C-83A1-F6EECF244321}">
                <p14:modId xmlns:p14="http://schemas.microsoft.com/office/powerpoint/2010/main" val="2036608048"/>
              </p:ext>
            </p:extLst>
          </p:nvPr>
        </p:nvGraphicFramePr>
        <p:xfrm>
          <a:off x="723657" y="911862"/>
          <a:ext cx="11237419" cy="5948680"/>
        </p:xfrm>
        <a:graphic>
          <a:graphicData uri="http://schemas.openxmlformats.org/drawingml/2006/table">
            <a:tbl>
              <a:tblPr firstRow="1" bandRow="1">
                <a:tableStyleId>{21E4AEA4-8DFA-4A89-87EB-49C32662AFE0}</a:tableStyleId>
              </a:tblPr>
              <a:tblGrid>
                <a:gridCol w="1540447">
                  <a:extLst>
                    <a:ext uri="{9D8B030D-6E8A-4147-A177-3AD203B41FA5}">
                      <a16:colId xmlns:a16="http://schemas.microsoft.com/office/drawing/2014/main" val="4003144772"/>
                    </a:ext>
                  </a:extLst>
                </a:gridCol>
                <a:gridCol w="3293857">
                  <a:extLst>
                    <a:ext uri="{9D8B030D-6E8A-4147-A177-3AD203B41FA5}">
                      <a16:colId xmlns:a16="http://schemas.microsoft.com/office/drawing/2014/main" val="347220842"/>
                    </a:ext>
                  </a:extLst>
                </a:gridCol>
                <a:gridCol w="2449001">
                  <a:extLst>
                    <a:ext uri="{9D8B030D-6E8A-4147-A177-3AD203B41FA5}">
                      <a16:colId xmlns:a16="http://schemas.microsoft.com/office/drawing/2014/main" val="956587286"/>
                    </a:ext>
                  </a:extLst>
                </a:gridCol>
                <a:gridCol w="3954114">
                  <a:extLst>
                    <a:ext uri="{9D8B030D-6E8A-4147-A177-3AD203B41FA5}">
                      <a16:colId xmlns:a16="http://schemas.microsoft.com/office/drawing/2014/main" val="4067500886"/>
                    </a:ext>
                  </a:extLst>
                </a:gridCol>
              </a:tblGrid>
              <a:tr h="370840">
                <a:tc>
                  <a:txBody>
                    <a:bodyPr/>
                    <a:lstStyle/>
                    <a:p>
                      <a:r>
                        <a:rPr lang="en-US" dirty="0"/>
                        <a:t>Category</a:t>
                      </a:r>
                    </a:p>
                  </a:txBody>
                  <a:tcPr/>
                </a:tc>
                <a:tc>
                  <a:txBody>
                    <a:bodyPr/>
                    <a:lstStyle/>
                    <a:p>
                      <a:r>
                        <a:rPr lang="en-US" dirty="0"/>
                        <a:t>Current State</a:t>
                      </a:r>
                    </a:p>
                  </a:txBody>
                  <a:tcPr/>
                </a:tc>
                <a:tc>
                  <a:txBody>
                    <a:bodyPr/>
                    <a:lstStyle/>
                    <a:p>
                      <a:r>
                        <a:rPr lang="en-US" dirty="0"/>
                        <a:t>Future State</a:t>
                      </a:r>
                    </a:p>
                  </a:txBody>
                  <a:tcPr/>
                </a:tc>
                <a:tc>
                  <a:txBody>
                    <a:bodyPr/>
                    <a:lstStyle/>
                    <a:p>
                      <a:r>
                        <a:rPr lang="en-US" dirty="0"/>
                        <a:t>What GAMI can provide</a:t>
                      </a:r>
                    </a:p>
                  </a:txBody>
                  <a:tcPr/>
                </a:tc>
                <a:extLst>
                  <a:ext uri="{0D108BD9-81ED-4DB2-BD59-A6C34878D82A}">
                    <a16:rowId xmlns:a16="http://schemas.microsoft.com/office/drawing/2014/main" val="1856661684"/>
                  </a:ext>
                </a:extLst>
              </a:tr>
              <a:tr h="370840">
                <a:tc>
                  <a:txBody>
                    <a:bodyPr/>
                    <a:lstStyle/>
                    <a:p>
                      <a:r>
                        <a:rPr lang="en-US" sz="1200" dirty="0"/>
                        <a:t>U</a:t>
                      </a:r>
                      <a:r>
                        <a:rPr lang="en-US" altLang="zh-CN" sz="1200" dirty="0"/>
                        <a:t>ser i</a:t>
                      </a:r>
                      <a:r>
                        <a:rPr lang="en-US" sz="1200" dirty="0"/>
                        <a:t>nterface</a:t>
                      </a:r>
                    </a:p>
                  </a:txBody>
                  <a:tcPr/>
                </a:tc>
                <a:tc>
                  <a:txBody>
                    <a:bodyPr/>
                    <a:lstStyle/>
                    <a:p>
                      <a:r>
                        <a:rPr lang="en-US" sz="1100" dirty="0"/>
                        <a:t>The current workflow relies on a chat-based interface to present inspection tasks and guidance. The interaction is not optimal, as the content is not structured displayed, inspection items are not visually emphasized in the text, and key points may be overlooked.</a:t>
                      </a:r>
                    </a:p>
                  </a:txBody>
                  <a:tcPr/>
                </a:tc>
                <a:tc>
                  <a:txBody>
                    <a:bodyPr/>
                    <a:lstStyle/>
                    <a:p>
                      <a:r>
                        <a:rPr lang="en-US" sz="1200" dirty="0"/>
                        <a:t>&lt;card&gt; view, where inspection ID, inspection item and other content are displayed in their own blocks. Visually emphasize the inspection item by making the font bold or bigger. &lt;button&gt; elements for inspection results.</a:t>
                      </a:r>
                    </a:p>
                  </a:txBody>
                  <a:tcPr/>
                </a:tc>
                <a:tc>
                  <a:txBody>
                    <a:bodyPr/>
                    <a:lstStyle/>
                    <a:p>
                      <a:pPr marL="0" indent="0">
                        <a:buFontTx/>
                        <a:buNone/>
                      </a:pPr>
                      <a:r>
                        <a:rPr lang="en-US" dirty="0"/>
                        <a:t>- UI designer</a:t>
                      </a:r>
                    </a:p>
                    <a:p>
                      <a:pPr marL="0" indent="0">
                        <a:buFontTx/>
                        <a:buNone/>
                      </a:pPr>
                      <a:endParaRPr lang="en-US" dirty="0"/>
                    </a:p>
                  </a:txBody>
                  <a:tcPr/>
                </a:tc>
                <a:extLst>
                  <a:ext uri="{0D108BD9-81ED-4DB2-BD59-A6C34878D82A}">
                    <a16:rowId xmlns:a16="http://schemas.microsoft.com/office/drawing/2014/main" val="701020376"/>
                  </a:ext>
                </a:extLst>
              </a:tr>
              <a:tr h="370840">
                <a:tc>
                  <a:txBody>
                    <a:bodyPr/>
                    <a:lstStyle/>
                    <a:p>
                      <a:r>
                        <a:rPr lang="en-US" sz="1200" dirty="0"/>
                        <a:t>I</a:t>
                      </a:r>
                      <a:r>
                        <a:rPr lang="en-US" altLang="zh-CN" sz="1200" dirty="0"/>
                        <a:t>nspection workflow</a:t>
                      </a:r>
                      <a:endParaRPr lang="en-US" sz="1200" dirty="0"/>
                    </a:p>
                  </a:txBody>
                  <a:tcPr/>
                </a:tc>
                <a:tc>
                  <a:txBody>
                    <a:bodyPr/>
                    <a:lstStyle/>
                    <a:p>
                      <a:r>
                        <a:rPr lang="en-US" sz="1200" dirty="0"/>
                        <a:t>The current workflow is designed as a linear workflow. If the process is unexpectedly exited, users must restart and repeat all previously completed inspections from the beginning.</a:t>
                      </a:r>
                    </a:p>
                  </a:txBody>
                  <a:tcPr/>
                </a:tc>
                <a:tc>
                  <a:txBody>
                    <a:bodyPr/>
                    <a:lstStyle/>
                    <a:p>
                      <a:r>
                        <a:rPr lang="en-US" sz="1200" dirty="0"/>
                        <a:t>Add save checkpoints and an inspection history retrieval function in the workflow that allow the system to determine whether the inspection has started and where was the last checkpoint.</a:t>
                      </a:r>
                    </a:p>
                  </a:txBody>
                  <a:tcPr/>
                </a:tc>
                <a:tc>
                  <a:txBody>
                    <a:bodyPr/>
                    <a:lstStyle/>
                    <a:p>
                      <a:pPr marL="0" indent="0">
                        <a:buFontTx/>
                        <a:buNone/>
                      </a:pPr>
                      <a:r>
                        <a:rPr lang="en-US" dirty="0"/>
                        <a:t>- Process engineer</a:t>
                      </a:r>
                    </a:p>
                    <a:p>
                      <a:pPr marL="0" indent="0">
                        <a:buFontTx/>
                        <a:buNone/>
                      </a:pPr>
                      <a:endParaRPr lang="en-US" dirty="0"/>
                    </a:p>
                  </a:txBody>
                  <a:tcPr/>
                </a:tc>
                <a:extLst>
                  <a:ext uri="{0D108BD9-81ED-4DB2-BD59-A6C34878D82A}">
                    <a16:rowId xmlns:a16="http://schemas.microsoft.com/office/drawing/2014/main" val="1399908449"/>
                  </a:ext>
                </a:extLst>
              </a:tr>
              <a:tr h="370840">
                <a:tc>
                  <a:txBody>
                    <a:bodyPr/>
                    <a:lstStyle/>
                    <a:p>
                      <a:r>
                        <a:rPr lang="en-US" sz="1200" dirty="0"/>
                        <a:t>Knowledge base</a:t>
                      </a:r>
                    </a:p>
                  </a:txBody>
                  <a:tcPr/>
                </a:tc>
                <a:tc>
                  <a:txBody>
                    <a:bodyPr/>
                    <a:lstStyle/>
                    <a:p>
                      <a:r>
                        <a:rPr lang="en-US" sz="1200" dirty="0"/>
                        <a:t>Users cannot access historical inspection records through a knowledge base that summarizes issues identified in previous inspections and their corresponding solutions. As a result, valuable knowledge remains siloed within individual experts rather than being systematically captured and shared.</a:t>
                      </a:r>
                    </a:p>
                  </a:txBody>
                  <a:tcPr/>
                </a:tc>
                <a:tc>
                  <a:txBody>
                    <a:bodyPr/>
                    <a:lstStyle/>
                    <a:p>
                      <a:r>
                        <a:rPr lang="en-US" sz="1200" dirty="0"/>
                        <a:t>Build a knowledge base (function already embedded in </a:t>
                      </a:r>
                      <a:r>
                        <a:rPr lang="en-US" sz="1200" dirty="0" err="1"/>
                        <a:t>Rizon</a:t>
                      </a:r>
                      <a:r>
                        <a:rPr lang="en-US" sz="1200" dirty="0"/>
                        <a:t>) that allows users to ask AI agent during the inspection process by providing contextual recommendations and troubleshooting guidance.</a:t>
                      </a:r>
                    </a:p>
                  </a:txBody>
                  <a:tcPr/>
                </a:tc>
                <a:tc>
                  <a:txBody>
                    <a:bodyPr/>
                    <a:lstStyle/>
                    <a:p>
                      <a:pPr marL="0" indent="0">
                        <a:buFontTx/>
                        <a:buNone/>
                      </a:pPr>
                      <a:r>
                        <a:rPr lang="en-US" dirty="0"/>
                        <a:t>- Data analyst</a:t>
                      </a:r>
                    </a:p>
                  </a:txBody>
                  <a:tcPr/>
                </a:tc>
                <a:extLst>
                  <a:ext uri="{0D108BD9-81ED-4DB2-BD59-A6C34878D82A}">
                    <a16:rowId xmlns:a16="http://schemas.microsoft.com/office/drawing/2014/main" val="1631675490"/>
                  </a:ext>
                </a:extLst>
              </a:tr>
              <a:tr h="370840">
                <a:tc>
                  <a:txBody>
                    <a:bodyPr/>
                    <a:lstStyle/>
                    <a:p>
                      <a:r>
                        <a:rPr lang="en-US" sz="1200" dirty="0"/>
                        <a:t>Image capture</a:t>
                      </a:r>
                    </a:p>
                  </a:txBody>
                  <a:tcPr/>
                </a:tc>
                <a:tc>
                  <a:txBody>
                    <a:bodyPr/>
                    <a:lstStyle/>
                    <a:p>
                      <a:r>
                        <a:rPr lang="en-US" sz="1200" dirty="0"/>
                        <a:t>Image capture not integrated in the workflow. Glasses can take pictures, but they can only be transferred to phones via App. No solution for data transfer to computers.  </a:t>
                      </a:r>
                    </a:p>
                  </a:txBody>
                  <a:tcPr/>
                </a:tc>
                <a:tc>
                  <a:txBody>
                    <a:bodyPr/>
                    <a:lstStyle/>
                    <a:p>
                      <a:r>
                        <a:rPr lang="en-US" sz="1200" dirty="0"/>
                        <a:t>Integrate image transfer to computers in the workflow. The images should be categorized and archived in the server.</a:t>
                      </a:r>
                    </a:p>
                  </a:txBody>
                  <a:tcPr/>
                </a:tc>
                <a:tc>
                  <a:txBody>
                    <a:bodyPr/>
                    <a:lstStyle/>
                    <a:p>
                      <a:pPr marL="0" indent="0">
                        <a:buFontTx/>
                        <a:buNone/>
                      </a:pPr>
                      <a:r>
                        <a:rPr lang="en-US" dirty="0"/>
                        <a:t>- Process engineer</a:t>
                      </a:r>
                    </a:p>
                  </a:txBody>
                  <a:tcPr/>
                </a:tc>
                <a:extLst>
                  <a:ext uri="{0D108BD9-81ED-4DB2-BD59-A6C34878D82A}">
                    <a16:rowId xmlns:a16="http://schemas.microsoft.com/office/drawing/2014/main" val="2899908883"/>
                  </a:ext>
                </a:extLst>
              </a:tr>
              <a:tr h="370840">
                <a:tc>
                  <a:txBody>
                    <a:bodyPr/>
                    <a:lstStyle/>
                    <a:p>
                      <a:r>
                        <a:rPr lang="en-US" sz="1200" dirty="0"/>
                        <a:t>Other reports</a:t>
                      </a:r>
                    </a:p>
                  </a:txBody>
                  <a:tcPr/>
                </a:tc>
                <a:tc>
                  <a:txBody>
                    <a:bodyPr/>
                    <a:lstStyle/>
                    <a:p>
                      <a:r>
                        <a:rPr lang="en-US" sz="1200" dirty="0"/>
                        <a:t>The current workflow is primarily designed to generate FCR. The data collected from the inspection has the potential to support the creation of various reports In the department.</a:t>
                      </a:r>
                    </a:p>
                  </a:txBody>
                  <a:tcPr/>
                </a:tc>
                <a:tc>
                  <a:txBody>
                    <a:bodyPr/>
                    <a:lstStyle/>
                    <a:p>
                      <a:r>
                        <a:rPr lang="en-US" sz="1200" dirty="0"/>
                        <a:t>Further identify and automate other reporting and business workflows </a:t>
                      </a:r>
                      <a:r>
                        <a:rPr lang="en-US" altLang="zh-CN" sz="1200" dirty="0"/>
                        <a:t>b</a:t>
                      </a:r>
                      <a:r>
                        <a:rPr lang="en-US" sz="1200" dirty="0"/>
                        <a:t>y collaborating with the Quality department.</a:t>
                      </a:r>
                    </a:p>
                  </a:txBody>
                  <a:tcPr/>
                </a:tc>
                <a:tc>
                  <a:txBody>
                    <a:bodyPr/>
                    <a:lstStyle/>
                    <a:p>
                      <a:r>
                        <a:rPr lang="en-US" dirty="0"/>
                        <a:t>- Process engineer</a:t>
                      </a:r>
                    </a:p>
                  </a:txBody>
                  <a:tcPr/>
                </a:tc>
                <a:extLst>
                  <a:ext uri="{0D108BD9-81ED-4DB2-BD59-A6C34878D82A}">
                    <a16:rowId xmlns:a16="http://schemas.microsoft.com/office/drawing/2014/main" val="135413164"/>
                  </a:ext>
                </a:extLst>
              </a:tr>
            </a:tbl>
          </a:graphicData>
        </a:graphic>
      </p:graphicFrame>
    </p:spTree>
    <p:extLst>
      <p:ext uri="{BB962C8B-B14F-4D97-AF65-F5344CB8AC3E}">
        <p14:creationId xmlns:p14="http://schemas.microsoft.com/office/powerpoint/2010/main" val="636227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A8D78-1713-2CA4-0D40-6B0EA988FF0E}"/>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186F9771-4760-1A98-14E7-FFC8F39962AD}"/>
              </a:ext>
            </a:extLst>
          </p:cNvPr>
          <p:cNvSpPr>
            <a:spLocks noGrp="1"/>
          </p:cNvSpPr>
          <p:nvPr>
            <p:ph type="title"/>
          </p:nvPr>
        </p:nvSpPr>
        <p:spPr>
          <a:xfrm>
            <a:off x="1" y="1"/>
            <a:ext cx="9659938" cy="1320800"/>
          </a:xfrm>
        </p:spPr>
        <p:txBody>
          <a:bodyPr/>
          <a:lstStyle/>
          <a:p>
            <a:r>
              <a:rPr lang="en-US" dirty="0"/>
              <a:t>Table of Contents</a:t>
            </a:r>
            <a:endParaRPr lang="en-US" noProof="0" dirty="0"/>
          </a:p>
        </p:txBody>
      </p:sp>
      <p:cxnSp>
        <p:nvCxnSpPr>
          <p:cNvPr id="6" name="Line 1">
            <a:extLst>
              <a:ext uri="{FF2B5EF4-FFF2-40B4-BE49-F238E27FC236}">
                <a16:creationId xmlns:a16="http://schemas.microsoft.com/office/drawing/2014/main" id="{91B47CCD-8D35-0323-4AD0-966D420DF8A1}"/>
              </a:ext>
            </a:extLst>
          </p:cNvPr>
          <p:cNvCxnSpPr/>
          <p:nvPr/>
        </p:nvCxnSpPr>
        <p:spPr>
          <a:xfrm>
            <a:off x="627063"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39" name="Chapter 2">
            <a:extLst>
              <a:ext uri="{FF2B5EF4-FFF2-40B4-BE49-F238E27FC236}">
                <a16:creationId xmlns:a16="http://schemas.microsoft.com/office/drawing/2014/main" id="{BDEFA8C9-158F-571E-E771-17C950C0EFE7}"/>
              </a:ext>
            </a:extLst>
          </p:cNvPr>
          <p:cNvSpPr>
            <a:spLocks noGrp="1"/>
          </p:cNvSpPr>
          <p:nvPr>
            <p:ph sz="quarter" idx="17"/>
          </p:nvPr>
        </p:nvSpPr>
        <p:spPr>
          <a:xfrm>
            <a:off x="2930732" y="3373160"/>
            <a:ext cx="2160000" cy="2016000"/>
          </a:xfrm>
        </p:spPr>
        <p:txBody>
          <a:bodyPr/>
          <a:lstStyle/>
          <a:p>
            <a:r>
              <a:rPr lang="en-US" dirty="0"/>
              <a:t>2</a:t>
            </a:r>
          </a:p>
          <a:p>
            <a:pPr lvl="1"/>
            <a:r>
              <a:rPr lang="en-US" dirty="0"/>
              <a:t>Background</a:t>
            </a:r>
          </a:p>
        </p:txBody>
      </p:sp>
      <p:cxnSp>
        <p:nvCxnSpPr>
          <p:cNvPr id="27" name="Line 2">
            <a:extLst>
              <a:ext uri="{FF2B5EF4-FFF2-40B4-BE49-F238E27FC236}">
                <a16:creationId xmlns:a16="http://schemas.microsoft.com/office/drawing/2014/main" id="{A5D7C2B3-C786-9F1E-B108-DEA120DEA7C9}"/>
              </a:ext>
            </a:extLst>
          </p:cNvPr>
          <p:cNvCxnSpPr/>
          <p:nvPr/>
        </p:nvCxnSpPr>
        <p:spPr>
          <a:xfrm>
            <a:off x="2930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54" name="Chapter 3">
            <a:extLst>
              <a:ext uri="{FF2B5EF4-FFF2-40B4-BE49-F238E27FC236}">
                <a16:creationId xmlns:a16="http://schemas.microsoft.com/office/drawing/2014/main" id="{2639ECBB-3362-35D4-1671-9EA46AC873CF}"/>
              </a:ext>
            </a:extLst>
          </p:cNvPr>
          <p:cNvSpPr>
            <a:spLocks noGrp="1"/>
          </p:cNvSpPr>
          <p:nvPr>
            <p:ph sz="quarter" idx="18"/>
          </p:nvPr>
        </p:nvSpPr>
        <p:spPr>
          <a:xfrm>
            <a:off x="5234400" y="3373160"/>
            <a:ext cx="2160000" cy="2016000"/>
          </a:xfrm>
        </p:spPr>
        <p:txBody>
          <a:bodyPr/>
          <a:lstStyle/>
          <a:p>
            <a:r>
              <a:rPr lang="en-US" dirty="0"/>
              <a:t>3</a:t>
            </a:r>
          </a:p>
          <a:p>
            <a:pPr lvl="1"/>
            <a:r>
              <a:rPr lang="en-US" dirty="0"/>
              <a:t>Project Progress</a:t>
            </a:r>
          </a:p>
        </p:txBody>
      </p:sp>
      <p:cxnSp>
        <p:nvCxnSpPr>
          <p:cNvPr id="28" name="Line 3">
            <a:extLst>
              <a:ext uri="{FF2B5EF4-FFF2-40B4-BE49-F238E27FC236}">
                <a16:creationId xmlns:a16="http://schemas.microsoft.com/office/drawing/2014/main" id="{5CA08E5D-BEA8-48F0-D760-10C7432EB491}"/>
              </a:ext>
            </a:extLst>
          </p:cNvPr>
          <p:cNvCxnSpPr/>
          <p:nvPr/>
        </p:nvCxnSpPr>
        <p:spPr>
          <a:xfrm>
            <a:off x="5234400"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7" name="Chapter 4">
            <a:extLst>
              <a:ext uri="{FF2B5EF4-FFF2-40B4-BE49-F238E27FC236}">
                <a16:creationId xmlns:a16="http://schemas.microsoft.com/office/drawing/2014/main" id="{BD7D7CB6-68E6-6BB3-04EC-27308B8E70E3}"/>
              </a:ext>
            </a:extLst>
          </p:cNvPr>
          <p:cNvSpPr txBox="1">
            <a:spLocks/>
          </p:cNvSpPr>
          <p:nvPr/>
        </p:nvSpPr>
        <p:spPr>
          <a:xfrm>
            <a:off x="7538068" y="3373160"/>
            <a:ext cx="2160000" cy="2016000"/>
          </a:xfrm>
          <a:prstGeom prst="rect">
            <a:avLst/>
          </a:prstGeom>
        </p:spPr>
        <p:txBody>
          <a:bodyPr vert="horz" lIns="180000" tIns="108000" rIns="0" bIns="0" rtlCol="0">
            <a:noAutofit/>
          </a:bodyPr>
          <a:lstStyle>
            <a:lvl1pPr marL="0" indent="0" algn="l" defTabSz="914400" rtl="0" eaLnBrk="1" latinLnBrk="0" hangingPunct="1">
              <a:lnSpc>
                <a:spcPct val="90000"/>
              </a:lnSpc>
              <a:spcBef>
                <a:spcPts val="0"/>
              </a:spcBef>
              <a:spcAft>
                <a:spcPts val="1500"/>
              </a:spcAft>
              <a:buFont typeface="Arial" panose="020B0604020202020204" pitchFamily="34" charset="0"/>
              <a:buNone/>
              <a:defRPr sz="7200" b="1" kern="1200">
                <a:solidFill>
                  <a:schemeClr val="tx1"/>
                </a:solidFill>
                <a:latin typeface="Times New Roman" panose="02020603050405020304" pitchFamily="18" charset="0"/>
                <a:ea typeface="+mn-ea"/>
                <a:cs typeface="Times New Roman" panose="02020603050405020304" pitchFamily="18" charset="0"/>
              </a:defRPr>
            </a:lvl1pPr>
            <a:lvl2pPr marL="0" indent="0" algn="l" defTabSz="914400" rtl="0" eaLnBrk="1" latinLnBrk="0" hangingPunct="1">
              <a:lnSpc>
                <a:spcPct val="110000"/>
              </a:lnSpc>
              <a:spcBef>
                <a:spcPts val="0"/>
              </a:spcBef>
              <a:buClr>
                <a:schemeClr val="accent2"/>
              </a:buClr>
              <a:buFont typeface="Arial" panose="020B0604020202020204" pitchFamily="34" charset="0"/>
              <a:buNone/>
              <a:defRPr sz="1800" b="1" kern="1200">
                <a:solidFill>
                  <a:schemeClr val="tx1"/>
                </a:solidFill>
                <a:latin typeface="+mn-lt"/>
                <a:ea typeface="+mn-ea"/>
                <a:cs typeface="+mn-cs"/>
              </a:defRPr>
            </a:lvl2pPr>
            <a:lvl3pPr marL="0" indent="0" algn="l" defTabSz="914400" rtl="0" eaLnBrk="1" latinLnBrk="0" hangingPunct="1">
              <a:lnSpc>
                <a:spcPct val="110000"/>
              </a:lnSpc>
              <a:spcBef>
                <a:spcPts val="0"/>
              </a:spcBef>
              <a:buClr>
                <a:schemeClr val="accent2"/>
              </a:buClr>
              <a:buFont typeface="Arial" panose="020B0604020202020204" pitchFamily="34" charset="0"/>
              <a:buNone/>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3"/>
                </a:solidFill>
              </a:rPr>
              <a:t>4</a:t>
            </a:r>
          </a:p>
          <a:p>
            <a:pPr lvl="1"/>
            <a:r>
              <a:rPr lang="en-US" dirty="0">
                <a:solidFill>
                  <a:schemeClr val="accent3"/>
                </a:solidFill>
              </a:rPr>
              <a:t>Other Projects</a:t>
            </a:r>
          </a:p>
        </p:txBody>
      </p:sp>
      <p:cxnSp>
        <p:nvCxnSpPr>
          <p:cNvPr id="8" name="Line 4">
            <a:extLst>
              <a:ext uri="{FF2B5EF4-FFF2-40B4-BE49-F238E27FC236}">
                <a16:creationId xmlns:a16="http://schemas.microsoft.com/office/drawing/2014/main" id="{489FEE90-55FB-0743-D4A1-FA159EB0B932}"/>
              </a:ext>
            </a:extLst>
          </p:cNvPr>
          <p:cNvCxnSpPr/>
          <p:nvPr/>
        </p:nvCxnSpPr>
        <p:spPr>
          <a:xfrm>
            <a:off x="7538068" y="3373160"/>
            <a:ext cx="2160000" cy="0"/>
          </a:xfrm>
          <a:prstGeom prst="line">
            <a:avLst/>
          </a:prstGeom>
          <a:ln w="19050" cap="rnd">
            <a:gradFill>
              <a:gsLst>
                <a:gs pos="0">
                  <a:schemeClr val="tx1"/>
                </a:gs>
                <a:gs pos="100000">
                  <a:schemeClr val="tx1">
                    <a:alpha val="5000"/>
                  </a:schemeClr>
                </a:gs>
              </a:gsLst>
              <a:lin ang="0" scaled="0"/>
            </a:gradFill>
          </a:ln>
          <a:effectLst/>
        </p:spPr>
        <p:style>
          <a:lnRef idx="1">
            <a:schemeClr val="accent1"/>
          </a:lnRef>
          <a:fillRef idx="0">
            <a:schemeClr val="accent1"/>
          </a:fillRef>
          <a:effectRef idx="0">
            <a:schemeClr val="accent1"/>
          </a:effectRef>
          <a:fontRef idx="minor">
            <a:schemeClr val="tx1"/>
          </a:fontRef>
        </p:style>
      </p:cxnSp>
      <p:sp>
        <p:nvSpPr>
          <p:cNvPr id="15" name="Chapter 2">
            <a:extLst>
              <a:ext uri="{FF2B5EF4-FFF2-40B4-BE49-F238E27FC236}">
                <a16:creationId xmlns:a16="http://schemas.microsoft.com/office/drawing/2014/main" id="{74CBD4B9-66E0-E26F-6B8D-48AD4A893295}"/>
              </a:ext>
            </a:extLst>
          </p:cNvPr>
          <p:cNvSpPr>
            <a:spLocks noGrp="1"/>
          </p:cNvSpPr>
          <p:nvPr>
            <p:ph type="body" sz="quarter" idx="16"/>
          </p:nvPr>
        </p:nvSpPr>
        <p:spPr>
          <a:xfrm>
            <a:off x="627063" y="3373160"/>
            <a:ext cx="2160587" cy="2016125"/>
          </a:xfrm>
        </p:spPr>
        <p:txBody>
          <a:bodyPr/>
          <a:lstStyle/>
          <a:p>
            <a:r>
              <a:rPr lang="en-US" dirty="0"/>
              <a:t>1</a:t>
            </a:r>
          </a:p>
          <a:p>
            <a:pPr lvl="1"/>
            <a:r>
              <a:rPr lang="en-US" dirty="0"/>
              <a:t>Introduction</a:t>
            </a:r>
          </a:p>
        </p:txBody>
      </p:sp>
    </p:spTree>
    <p:extLst>
      <p:ext uri="{BB962C8B-B14F-4D97-AF65-F5344CB8AC3E}">
        <p14:creationId xmlns:p14="http://schemas.microsoft.com/office/powerpoint/2010/main" val="1481331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D6D20-1E7C-8C08-1927-36AF74AC6D61}"/>
              </a:ext>
            </a:extLst>
          </p:cNvPr>
          <p:cNvSpPr>
            <a:spLocks noGrp="1"/>
          </p:cNvSpPr>
          <p:nvPr>
            <p:ph type="title"/>
          </p:nvPr>
        </p:nvSpPr>
        <p:spPr/>
        <p:txBody>
          <a:bodyPr/>
          <a:lstStyle/>
          <a:p>
            <a:r>
              <a:rPr lang="en-US" dirty="0"/>
              <a:t>4 Other Projects</a:t>
            </a:r>
          </a:p>
        </p:txBody>
      </p:sp>
      <p:graphicFrame>
        <p:nvGraphicFramePr>
          <p:cNvPr id="5" name="Table 4">
            <a:extLst>
              <a:ext uri="{FF2B5EF4-FFF2-40B4-BE49-F238E27FC236}">
                <a16:creationId xmlns:a16="http://schemas.microsoft.com/office/drawing/2014/main" id="{0A8C79A5-862B-2FD5-A67F-96D99C49CBAA}"/>
              </a:ext>
            </a:extLst>
          </p:cNvPr>
          <p:cNvGraphicFramePr>
            <a:graphicFrameLocks noGrp="1"/>
          </p:cNvGraphicFramePr>
          <p:nvPr>
            <p:extLst>
              <p:ext uri="{D42A27DB-BD31-4B8C-83A1-F6EECF244321}">
                <p14:modId xmlns:p14="http://schemas.microsoft.com/office/powerpoint/2010/main" val="1541051769"/>
              </p:ext>
            </p:extLst>
          </p:nvPr>
        </p:nvGraphicFramePr>
        <p:xfrm>
          <a:off x="763326" y="1443235"/>
          <a:ext cx="10861482" cy="3205480"/>
        </p:xfrm>
        <a:graphic>
          <a:graphicData uri="http://schemas.openxmlformats.org/drawingml/2006/table">
            <a:tbl>
              <a:tblPr firstRow="1" bandRow="1">
                <a:tableStyleId>{0E3FDE45-AF77-4B5C-9715-49D594BDF05E}</a:tableStyleId>
              </a:tblPr>
              <a:tblGrid>
                <a:gridCol w="1343770">
                  <a:extLst>
                    <a:ext uri="{9D8B030D-6E8A-4147-A177-3AD203B41FA5}">
                      <a16:colId xmlns:a16="http://schemas.microsoft.com/office/drawing/2014/main" val="3604538017"/>
                    </a:ext>
                  </a:extLst>
                </a:gridCol>
                <a:gridCol w="3888187">
                  <a:extLst>
                    <a:ext uri="{9D8B030D-6E8A-4147-A177-3AD203B41FA5}">
                      <a16:colId xmlns:a16="http://schemas.microsoft.com/office/drawing/2014/main" val="1552995882"/>
                    </a:ext>
                  </a:extLst>
                </a:gridCol>
                <a:gridCol w="5629525">
                  <a:extLst>
                    <a:ext uri="{9D8B030D-6E8A-4147-A177-3AD203B41FA5}">
                      <a16:colId xmlns:a16="http://schemas.microsoft.com/office/drawing/2014/main" val="1768033145"/>
                    </a:ext>
                  </a:extLst>
                </a:gridCol>
              </a:tblGrid>
              <a:tr h="370840">
                <a:tc>
                  <a:txBody>
                    <a:bodyPr/>
                    <a:lstStyle/>
                    <a:p>
                      <a:r>
                        <a:rPr lang="en-US" dirty="0"/>
                        <a:t>Task</a:t>
                      </a:r>
                    </a:p>
                  </a:txBody>
                  <a:tcPr/>
                </a:tc>
                <a:tc gridSpan="2">
                  <a:txBody>
                    <a:bodyPr/>
                    <a:lstStyle/>
                    <a:p>
                      <a:r>
                        <a:rPr lang="en-US" dirty="0"/>
                        <a:t>AI-assisted information summarization and key point extraction</a:t>
                      </a:r>
                    </a:p>
                  </a:txBody>
                  <a:tcPr/>
                </a:tc>
                <a:tc hMerge="1">
                  <a:txBody>
                    <a:bodyPr/>
                    <a:lstStyle/>
                    <a:p>
                      <a:endParaRPr lang="en-US" dirty="0"/>
                    </a:p>
                  </a:txBody>
                  <a:tcPr/>
                </a:tc>
                <a:extLst>
                  <a:ext uri="{0D108BD9-81ED-4DB2-BD59-A6C34878D82A}">
                    <a16:rowId xmlns:a16="http://schemas.microsoft.com/office/drawing/2014/main" val="1038823694"/>
                  </a:ext>
                </a:extLst>
              </a:tr>
              <a:tr h="370840">
                <a:tc>
                  <a:txBody>
                    <a:bodyPr/>
                    <a:lstStyle/>
                    <a:p>
                      <a:r>
                        <a:rPr lang="en-US" dirty="0"/>
                        <a:t>Features</a:t>
                      </a:r>
                    </a:p>
                  </a:txBody>
                  <a:tcPr/>
                </a:tc>
                <a:tc gridSpan="2">
                  <a:txBody>
                    <a:bodyPr/>
                    <a:lstStyle/>
                    <a:p>
                      <a:r>
                        <a:rPr lang="en-US" dirty="0"/>
                        <a:t>An agent which retrieves and answers company-relevant internal information based on RAG (Retrieval-Augmented Generation).</a:t>
                      </a:r>
                    </a:p>
                  </a:txBody>
                  <a:tcPr/>
                </a:tc>
                <a:tc hMerge="1">
                  <a:txBody>
                    <a:bodyPr/>
                    <a:lstStyle/>
                    <a:p>
                      <a:endParaRPr lang="en-US" dirty="0"/>
                    </a:p>
                  </a:txBody>
                  <a:tcPr/>
                </a:tc>
                <a:extLst>
                  <a:ext uri="{0D108BD9-81ED-4DB2-BD59-A6C34878D82A}">
                    <a16:rowId xmlns:a16="http://schemas.microsoft.com/office/drawing/2014/main" val="1684565525"/>
                  </a:ext>
                </a:extLst>
              </a:tr>
              <a:tr h="370840">
                <a:tc rowSpan="3">
                  <a:txBody>
                    <a:bodyPr/>
                    <a:lstStyle/>
                    <a:p>
                      <a:r>
                        <a:rPr lang="en-US" dirty="0"/>
                        <a:t>Methods</a:t>
                      </a:r>
                    </a:p>
                  </a:txBody>
                  <a:tcPr/>
                </a:tc>
                <a:tc>
                  <a:txBody>
                    <a:bodyPr/>
                    <a:lstStyle/>
                    <a:p>
                      <a:r>
                        <a:rPr lang="en-US" dirty="0"/>
                        <a:t>1. Collect relevant documents and knowledge.</a:t>
                      </a:r>
                    </a:p>
                  </a:txBody>
                  <a:tcPr/>
                </a:tc>
                <a:tc>
                  <a:txBody>
                    <a:bodyPr/>
                    <a:lstStyle/>
                    <a:p>
                      <a:r>
                        <a:rPr lang="en-US" dirty="0"/>
                        <a:t>e.g. internal and external standards, instruction files, history corrective action, photos, etc.</a:t>
                      </a:r>
                    </a:p>
                  </a:txBody>
                  <a:tcPr/>
                </a:tc>
                <a:extLst>
                  <a:ext uri="{0D108BD9-81ED-4DB2-BD59-A6C34878D82A}">
                    <a16:rowId xmlns:a16="http://schemas.microsoft.com/office/drawing/2014/main" val="2858566585"/>
                  </a:ext>
                </a:extLst>
              </a:tr>
              <a:tr h="370840">
                <a:tc vMerge="1">
                  <a:txBody>
                    <a:bodyPr/>
                    <a:lstStyle/>
                    <a:p>
                      <a:endParaRPr lang="en-US" dirty="0"/>
                    </a:p>
                  </a:txBody>
                  <a:tcPr/>
                </a:tc>
                <a:tc>
                  <a:txBody>
                    <a:bodyPr/>
                    <a:lstStyle/>
                    <a:p>
                      <a:r>
                        <a:rPr lang="en-US" dirty="0"/>
                        <a:t>2. Set up the knowledge base.</a:t>
                      </a:r>
                    </a:p>
                  </a:txBody>
                  <a:tcPr>
                    <a:solidFill>
                      <a:schemeClr val="bg1">
                        <a:alpha val="20000"/>
                      </a:schemeClr>
                    </a:solidFill>
                  </a:tcPr>
                </a:tc>
                <a:tc>
                  <a:txBody>
                    <a:bodyPr/>
                    <a:lstStyle/>
                    <a:p>
                      <a:r>
                        <a:rPr lang="en-US" dirty="0"/>
                        <a:t>Save those documents in the knowledge base by semantic segmentation and data vectorization</a:t>
                      </a:r>
                    </a:p>
                  </a:txBody>
                  <a:tcPr>
                    <a:solidFill>
                      <a:schemeClr val="bg1">
                        <a:alpha val="20000"/>
                      </a:schemeClr>
                    </a:solidFill>
                  </a:tcPr>
                </a:tc>
                <a:extLst>
                  <a:ext uri="{0D108BD9-81ED-4DB2-BD59-A6C34878D82A}">
                    <a16:rowId xmlns:a16="http://schemas.microsoft.com/office/drawing/2014/main" val="980425439"/>
                  </a:ext>
                </a:extLst>
              </a:tr>
              <a:tr h="370840">
                <a:tc vMerge="1">
                  <a:txBody>
                    <a:bodyPr/>
                    <a:lstStyle/>
                    <a:p>
                      <a:endParaRPr lang="en-US" dirty="0"/>
                    </a:p>
                  </a:txBody>
                  <a:tcPr/>
                </a:tc>
                <a:tc>
                  <a:txBody>
                    <a:bodyPr/>
                    <a:lstStyle/>
                    <a:p>
                      <a:r>
                        <a:rPr lang="en-US" dirty="0"/>
                        <a:t>3. Specify the retrieval workflow.</a:t>
                      </a:r>
                    </a:p>
                  </a:txBody>
                  <a:tcPr/>
                </a:tc>
                <a:tc>
                  <a:txBody>
                    <a:bodyPr/>
                    <a:lstStyle/>
                    <a:p>
                      <a:r>
                        <a:rPr lang="en-US" dirty="0"/>
                        <a:t>Specify the agent workflow by writing the agent.md file. Verify whether the recall slice of the knowledge base content is correct or not.</a:t>
                      </a:r>
                    </a:p>
                  </a:txBody>
                  <a:tcPr/>
                </a:tc>
                <a:extLst>
                  <a:ext uri="{0D108BD9-81ED-4DB2-BD59-A6C34878D82A}">
                    <a16:rowId xmlns:a16="http://schemas.microsoft.com/office/drawing/2014/main" val="1975954843"/>
                  </a:ext>
                </a:extLst>
              </a:tr>
            </a:tbl>
          </a:graphicData>
        </a:graphic>
      </p:graphicFrame>
    </p:spTree>
    <p:extLst>
      <p:ext uri="{BB962C8B-B14F-4D97-AF65-F5344CB8AC3E}">
        <p14:creationId xmlns:p14="http://schemas.microsoft.com/office/powerpoint/2010/main" val="538922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64EF-CDEF-7696-54D8-301E76ED5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E2EC8-4261-9E73-E0E1-80E9E8D45138}"/>
              </a:ext>
            </a:extLst>
          </p:cNvPr>
          <p:cNvSpPr>
            <a:spLocks noGrp="1"/>
          </p:cNvSpPr>
          <p:nvPr>
            <p:ph type="title"/>
          </p:nvPr>
        </p:nvSpPr>
        <p:spPr/>
        <p:txBody>
          <a:bodyPr/>
          <a:lstStyle/>
          <a:p>
            <a:r>
              <a:rPr lang="en-US" dirty="0"/>
              <a:t>4 Other Projects</a:t>
            </a:r>
          </a:p>
        </p:txBody>
      </p:sp>
      <p:graphicFrame>
        <p:nvGraphicFramePr>
          <p:cNvPr id="5" name="Table 4">
            <a:extLst>
              <a:ext uri="{FF2B5EF4-FFF2-40B4-BE49-F238E27FC236}">
                <a16:creationId xmlns:a16="http://schemas.microsoft.com/office/drawing/2014/main" id="{6CA11A9A-38E2-D5AC-2E85-35EB5B2E2B04}"/>
              </a:ext>
            </a:extLst>
          </p:cNvPr>
          <p:cNvGraphicFramePr>
            <a:graphicFrameLocks noGrp="1"/>
          </p:cNvGraphicFramePr>
          <p:nvPr>
            <p:extLst>
              <p:ext uri="{D42A27DB-BD31-4B8C-83A1-F6EECF244321}">
                <p14:modId xmlns:p14="http://schemas.microsoft.com/office/powerpoint/2010/main" val="737872125"/>
              </p:ext>
            </p:extLst>
          </p:nvPr>
        </p:nvGraphicFramePr>
        <p:xfrm>
          <a:off x="763326" y="1212649"/>
          <a:ext cx="10861482" cy="3754120"/>
        </p:xfrm>
        <a:graphic>
          <a:graphicData uri="http://schemas.openxmlformats.org/drawingml/2006/table">
            <a:tbl>
              <a:tblPr firstRow="1" bandRow="1">
                <a:tableStyleId>{0E3FDE45-AF77-4B5C-9715-49D594BDF05E}</a:tableStyleId>
              </a:tblPr>
              <a:tblGrid>
                <a:gridCol w="1343770">
                  <a:extLst>
                    <a:ext uri="{9D8B030D-6E8A-4147-A177-3AD203B41FA5}">
                      <a16:colId xmlns:a16="http://schemas.microsoft.com/office/drawing/2014/main" val="3604538017"/>
                    </a:ext>
                  </a:extLst>
                </a:gridCol>
                <a:gridCol w="3888187">
                  <a:extLst>
                    <a:ext uri="{9D8B030D-6E8A-4147-A177-3AD203B41FA5}">
                      <a16:colId xmlns:a16="http://schemas.microsoft.com/office/drawing/2014/main" val="1552995882"/>
                    </a:ext>
                  </a:extLst>
                </a:gridCol>
                <a:gridCol w="5629525">
                  <a:extLst>
                    <a:ext uri="{9D8B030D-6E8A-4147-A177-3AD203B41FA5}">
                      <a16:colId xmlns:a16="http://schemas.microsoft.com/office/drawing/2014/main" val="1768033145"/>
                    </a:ext>
                  </a:extLst>
                </a:gridCol>
              </a:tblGrid>
              <a:tr h="370840">
                <a:tc>
                  <a:txBody>
                    <a:bodyPr/>
                    <a:lstStyle/>
                    <a:p>
                      <a:r>
                        <a:rPr lang="en-US" dirty="0"/>
                        <a:t>Task</a:t>
                      </a:r>
                    </a:p>
                  </a:txBody>
                  <a:tcPr/>
                </a:tc>
                <a:tc gridSpan="2">
                  <a:txBody>
                    <a:bodyPr/>
                    <a:lstStyle/>
                    <a:p>
                      <a:r>
                        <a:rPr lang="en-US" dirty="0"/>
                        <a:t>AI-assisted screening and abnormality warning of quality inspection record</a:t>
                      </a:r>
                    </a:p>
                  </a:txBody>
                  <a:tcPr/>
                </a:tc>
                <a:tc hMerge="1">
                  <a:txBody>
                    <a:bodyPr/>
                    <a:lstStyle/>
                    <a:p>
                      <a:endParaRPr lang="en-US" dirty="0"/>
                    </a:p>
                  </a:txBody>
                  <a:tcPr/>
                </a:tc>
                <a:extLst>
                  <a:ext uri="{0D108BD9-81ED-4DB2-BD59-A6C34878D82A}">
                    <a16:rowId xmlns:a16="http://schemas.microsoft.com/office/drawing/2014/main" val="1038823694"/>
                  </a:ext>
                </a:extLst>
              </a:tr>
              <a:tr h="370840">
                <a:tc>
                  <a:txBody>
                    <a:bodyPr/>
                    <a:lstStyle/>
                    <a:p>
                      <a:r>
                        <a:rPr lang="en-US" dirty="0"/>
                        <a:t>Features</a:t>
                      </a:r>
                    </a:p>
                  </a:txBody>
                  <a:tcPr/>
                </a:tc>
                <a:tc gridSpan="2">
                  <a:txBody>
                    <a:bodyPr/>
                    <a:lstStyle/>
                    <a:p>
                      <a:r>
                        <a:rPr lang="en-US" dirty="0"/>
                        <a:t>An agent which utilizes quality tools to analyze and understand the trend of key quality points and issue early warnings for non-conformance (NC).</a:t>
                      </a:r>
                    </a:p>
                  </a:txBody>
                  <a:tcPr/>
                </a:tc>
                <a:tc hMerge="1">
                  <a:txBody>
                    <a:bodyPr/>
                    <a:lstStyle/>
                    <a:p>
                      <a:endParaRPr lang="en-US" dirty="0"/>
                    </a:p>
                  </a:txBody>
                  <a:tcPr/>
                </a:tc>
                <a:extLst>
                  <a:ext uri="{0D108BD9-81ED-4DB2-BD59-A6C34878D82A}">
                    <a16:rowId xmlns:a16="http://schemas.microsoft.com/office/drawing/2014/main" val="1684565525"/>
                  </a:ext>
                </a:extLst>
              </a:tr>
              <a:tr h="370840">
                <a:tc rowSpan="3">
                  <a:txBody>
                    <a:bodyPr/>
                    <a:lstStyle/>
                    <a:p>
                      <a:r>
                        <a:rPr lang="en-US" dirty="0"/>
                        <a:t>Methods</a:t>
                      </a:r>
                    </a:p>
                  </a:txBody>
                  <a:tcPr/>
                </a:tc>
                <a:tc>
                  <a:txBody>
                    <a:bodyPr/>
                    <a:lstStyle/>
                    <a:p>
                      <a:r>
                        <a:rPr lang="en-US" dirty="0"/>
                        <a:t>1. Digitalize and automate the entry of monitoring data at these quality points (if possible).</a:t>
                      </a:r>
                    </a:p>
                  </a:txBody>
                  <a:tcPr/>
                </a:tc>
                <a:tc>
                  <a:txBody>
                    <a:bodyPr/>
                    <a:lstStyle/>
                    <a:p>
                      <a:r>
                        <a:rPr lang="en-US" dirty="0"/>
                        <a:t>Set up the pipeline for data entry.</a:t>
                      </a:r>
                    </a:p>
                  </a:txBody>
                  <a:tcPr/>
                </a:tc>
                <a:extLst>
                  <a:ext uri="{0D108BD9-81ED-4DB2-BD59-A6C34878D82A}">
                    <a16:rowId xmlns:a16="http://schemas.microsoft.com/office/drawing/2014/main" val="2858566585"/>
                  </a:ext>
                </a:extLst>
              </a:tr>
              <a:tr h="370840">
                <a:tc vMerge="1">
                  <a:txBody>
                    <a:bodyPr/>
                    <a:lstStyle/>
                    <a:p>
                      <a:endParaRPr lang="en-US" dirty="0"/>
                    </a:p>
                  </a:txBody>
                  <a:tcPr/>
                </a:tc>
                <a:tc>
                  <a:txBody>
                    <a:bodyPr/>
                    <a:lstStyle/>
                    <a:p>
                      <a:r>
                        <a:rPr lang="en-US" dirty="0"/>
                        <a:t>2. Use various quality tools to keep track on the quality trend.</a:t>
                      </a:r>
                    </a:p>
                  </a:txBody>
                  <a:tcPr>
                    <a:solidFill>
                      <a:schemeClr val="bg1">
                        <a:alpha val="20000"/>
                      </a:schemeClr>
                    </a:solidFill>
                  </a:tcPr>
                </a:tc>
                <a:tc>
                  <a:txBody>
                    <a:bodyPr/>
                    <a:lstStyle/>
                    <a:p>
                      <a:r>
                        <a:rPr lang="en-US" dirty="0"/>
                        <a:t>e.g. SPC (Statistical Process Control) </a:t>
                      </a:r>
                    </a:p>
                  </a:txBody>
                  <a:tcPr>
                    <a:solidFill>
                      <a:schemeClr val="bg1">
                        <a:alpha val="20000"/>
                      </a:schemeClr>
                    </a:solidFill>
                  </a:tcPr>
                </a:tc>
                <a:extLst>
                  <a:ext uri="{0D108BD9-81ED-4DB2-BD59-A6C34878D82A}">
                    <a16:rowId xmlns:a16="http://schemas.microsoft.com/office/drawing/2014/main" val="980425439"/>
                  </a:ext>
                </a:extLst>
              </a:tr>
              <a:tr h="370840">
                <a:tc vMerge="1">
                  <a:txBody>
                    <a:bodyPr/>
                    <a:lstStyle/>
                    <a:p>
                      <a:endParaRPr lang="en-US" dirty="0"/>
                    </a:p>
                  </a:txBody>
                  <a:tcPr/>
                </a:tc>
                <a:tc>
                  <a:txBody>
                    <a:bodyPr/>
                    <a:lstStyle/>
                    <a:p>
                      <a:r>
                        <a:rPr lang="en-US" dirty="0"/>
                        <a:t>3. Set up the agent workflow to automatically analyze data and issue warnings.</a:t>
                      </a:r>
                    </a:p>
                  </a:txBody>
                  <a:tcPr/>
                </a:tc>
                <a:tc>
                  <a:txBody>
                    <a:bodyPr/>
                    <a:lstStyle/>
                    <a:p>
                      <a:r>
                        <a:rPr lang="en-US" dirty="0"/>
                        <a:t>Integrate the analysis process (e.g. SPC) into the agent workflow. Specify standard value and tolerance. Also specify when, what and how to inform when NC occurs.</a:t>
                      </a:r>
                    </a:p>
                  </a:txBody>
                  <a:tcPr/>
                </a:tc>
                <a:extLst>
                  <a:ext uri="{0D108BD9-81ED-4DB2-BD59-A6C34878D82A}">
                    <a16:rowId xmlns:a16="http://schemas.microsoft.com/office/drawing/2014/main" val="1975954843"/>
                  </a:ext>
                </a:extLst>
              </a:tr>
            </a:tbl>
          </a:graphicData>
        </a:graphic>
      </p:graphicFrame>
    </p:spTree>
    <p:extLst>
      <p:ext uri="{BB962C8B-B14F-4D97-AF65-F5344CB8AC3E}">
        <p14:creationId xmlns:p14="http://schemas.microsoft.com/office/powerpoint/2010/main" val="1064540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A9E94-5D9F-1ED0-4043-23D2F2214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D7BE9-7C9A-37B3-0E9C-EE6BF76E4B16}"/>
              </a:ext>
            </a:extLst>
          </p:cNvPr>
          <p:cNvSpPr>
            <a:spLocks noGrp="1"/>
          </p:cNvSpPr>
          <p:nvPr>
            <p:ph type="title"/>
          </p:nvPr>
        </p:nvSpPr>
        <p:spPr/>
        <p:txBody>
          <a:bodyPr/>
          <a:lstStyle/>
          <a:p>
            <a:r>
              <a:rPr lang="en-US" dirty="0"/>
              <a:t>4 Other Projects</a:t>
            </a:r>
          </a:p>
        </p:txBody>
      </p:sp>
      <p:graphicFrame>
        <p:nvGraphicFramePr>
          <p:cNvPr id="5" name="Table 4">
            <a:extLst>
              <a:ext uri="{FF2B5EF4-FFF2-40B4-BE49-F238E27FC236}">
                <a16:creationId xmlns:a16="http://schemas.microsoft.com/office/drawing/2014/main" id="{AD663194-8E3E-1D25-662A-14A71738F0A4}"/>
              </a:ext>
            </a:extLst>
          </p:cNvPr>
          <p:cNvGraphicFramePr>
            <a:graphicFrameLocks noGrp="1"/>
          </p:cNvGraphicFramePr>
          <p:nvPr>
            <p:extLst>
              <p:ext uri="{D42A27DB-BD31-4B8C-83A1-F6EECF244321}">
                <p14:modId xmlns:p14="http://schemas.microsoft.com/office/powerpoint/2010/main" val="4091257842"/>
              </p:ext>
            </p:extLst>
          </p:nvPr>
        </p:nvGraphicFramePr>
        <p:xfrm>
          <a:off x="763326" y="1125185"/>
          <a:ext cx="10861482" cy="4399280"/>
        </p:xfrm>
        <a:graphic>
          <a:graphicData uri="http://schemas.openxmlformats.org/drawingml/2006/table">
            <a:tbl>
              <a:tblPr firstRow="1" bandRow="1">
                <a:tableStyleId>{0E3FDE45-AF77-4B5C-9715-49D594BDF05E}</a:tableStyleId>
              </a:tblPr>
              <a:tblGrid>
                <a:gridCol w="1343770">
                  <a:extLst>
                    <a:ext uri="{9D8B030D-6E8A-4147-A177-3AD203B41FA5}">
                      <a16:colId xmlns:a16="http://schemas.microsoft.com/office/drawing/2014/main" val="3604538017"/>
                    </a:ext>
                  </a:extLst>
                </a:gridCol>
                <a:gridCol w="4102873">
                  <a:extLst>
                    <a:ext uri="{9D8B030D-6E8A-4147-A177-3AD203B41FA5}">
                      <a16:colId xmlns:a16="http://schemas.microsoft.com/office/drawing/2014/main" val="1552995882"/>
                    </a:ext>
                  </a:extLst>
                </a:gridCol>
                <a:gridCol w="5414839">
                  <a:extLst>
                    <a:ext uri="{9D8B030D-6E8A-4147-A177-3AD203B41FA5}">
                      <a16:colId xmlns:a16="http://schemas.microsoft.com/office/drawing/2014/main" val="1768033145"/>
                    </a:ext>
                  </a:extLst>
                </a:gridCol>
              </a:tblGrid>
              <a:tr h="370840">
                <a:tc>
                  <a:txBody>
                    <a:bodyPr/>
                    <a:lstStyle/>
                    <a:p>
                      <a:r>
                        <a:rPr lang="en-US" dirty="0"/>
                        <a:t>Task</a:t>
                      </a:r>
                    </a:p>
                  </a:txBody>
                  <a:tcPr/>
                </a:tc>
                <a:tc gridSpan="2">
                  <a:txBody>
                    <a:bodyPr/>
                    <a:lstStyle/>
                    <a:p>
                      <a:r>
                        <a:rPr lang="en-US" dirty="0"/>
                        <a:t>Machine-Vision-based automatic Gas Insulated Switchgear (GIS) inspection</a:t>
                      </a:r>
                    </a:p>
                  </a:txBody>
                  <a:tcPr/>
                </a:tc>
                <a:tc hMerge="1">
                  <a:txBody>
                    <a:bodyPr/>
                    <a:lstStyle/>
                    <a:p>
                      <a:endParaRPr lang="en-US" dirty="0"/>
                    </a:p>
                  </a:txBody>
                  <a:tcPr/>
                </a:tc>
                <a:extLst>
                  <a:ext uri="{0D108BD9-81ED-4DB2-BD59-A6C34878D82A}">
                    <a16:rowId xmlns:a16="http://schemas.microsoft.com/office/drawing/2014/main" val="1038823694"/>
                  </a:ext>
                </a:extLst>
              </a:tr>
              <a:tr h="370840">
                <a:tc>
                  <a:txBody>
                    <a:bodyPr/>
                    <a:lstStyle/>
                    <a:p>
                      <a:r>
                        <a:rPr lang="en-US" dirty="0"/>
                        <a:t>Features</a:t>
                      </a:r>
                    </a:p>
                  </a:txBody>
                  <a:tcPr/>
                </a:tc>
                <a:tc gridSpan="2">
                  <a:txBody>
                    <a:bodyPr/>
                    <a:lstStyle/>
                    <a:p>
                      <a:r>
                        <a:rPr lang="en-US" dirty="0"/>
                        <a:t>A machine vision model which detects the surface finish and other appearance features of a Gas Insulated Switchgear (GIS) </a:t>
                      </a:r>
                      <a:r>
                        <a:rPr lang="en-US" altLang="zh-CN" dirty="0"/>
                        <a:t>with high accuracy and efficiency</a:t>
                      </a:r>
                      <a:r>
                        <a:rPr lang="en-US" dirty="0"/>
                        <a:t>.</a:t>
                      </a:r>
                    </a:p>
                  </a:txBody>
                  <a:tcPr/>
                </a:tc>
                <a:tc hMerge="1">
                  <a:txBody>
                    <a:bodyPr/>
                    <a:lstStyle/>
                    <a:p>
                      <a:endParaRPr lang="en-US" dirty="0"/>
                    </a:p>
                  </a:txBody>
                  <a:tcPr/>
                </a:tc>
                <a:extLst>
                  <a:ext uri="{0D108BD9-81ED-4DB2-BD59-A6C34878D82A}">
                    <a16:rowId xmlns:a16="http://schemas.microsoft.com/office/drawing/2014/main" val="1684565525"/>
                  </a:ext>
                </a:extLst>
              </a:tr>
              <a:tr h="370840">
                <a:tc rowSpan="4">
                  <a:txBody>
                    <a:bodyPr/>
                    <a:lstStyle/>
                    <a:p>
                      <a:r>
                        <a:rPr lang="en-US" dirty="0"/>
                        <a:t>Methods</a:t>
                      </a:r>
                    </a:p>
                  </a:txBody>
                  <a:tcPr/>
                </a:tc>
                <a:tc>
                  <a:txBody>
                    <a:bodyPr/>
                    <a:lstStyle/>
                    <a:p>
                      <a:r>
                        <a:rPr lang="en-US" dirty="0"/>
                        <a:t>1. Specify the inspection check list for each model.</a:t>
                      </a:r>
                    </a:p>
                  </a:txBody>
                  <a:tcPr/>
                </a:tc>
                <a:tc>
                  <a:txBody>
                    <a:bodyPr/>
                    <a:lstStyle/>
                    <a:p>
                      <a:r>
                        <a:rPr lang="en-US" dirty="0"/>
                        <a:t>(Concept) Three level of defects detection</a:t>
                      </a:r>
                    </a:p>
                    <a:p>
                      <a:r>
                        <a:rPr lang="en-US" dirty="0"/>
                        <a:t>First level: surface finish</a:t>
                      </a:r>
                    </a:p>
                    <a:p>
                      <a:r>
                        <a:rPr lang="en-US" dirty="0"/>
                        <a:t>Second level: labels and painting color</a:t>
                      </a:r>
                    </a:p>
                    <a:p>
                      <a:r>
                        <a:rPr lang="en-US" dirty="0"/>
                        <a:t>Third level: structural conformance to the drawing</a:t>
                      </a:r>
                    </a:p>
                  </a:txBody>
                  <a:tcPr/>
                </a:tc>
                <a:extLst>
                  <a:ext uri="{0D108BD9-81ED-4DB2-BD59-A6C34878D82A}">
                    <a16:rowId xmlns:a16="http://schemas.microsoft.com/office/drawing/2014/main" val="2858566585"/>
                  </a:ext>
                </a:extLst>
              </a:tr>
              <a:tr h="370840">
                <a:tc vMerge="1">
                  <a:txBody>
                    <a:bodyPr/>
                    <a:lstStyle/>
                    <a:p>
                      <a:endParaRPr lang="en-US" dirty="0"/>
                    </a:p>
                  </a:txBody>
                  <a:tcPr/>
                </a:tc>
                <a:tc>
                  <a:txBody>
                    <a:bodyPr/>
                    <a:lstStyle/>
                    <a:p>
                      <a:r>
                        <a:rPr lang="en-US" dirty="0"/>
                        <a:t>2. Collect training data and train the machine vision model.</a:t>
                      </a:r>
                    </a:p>
                  </a:txBody>
                  <a:tcPr>
                    <a:solidFill>
                      <a:schemeClr val="bg1">
                        <a:alpha val="20000"/>
                      </a:schemeClr>
                    </a:solidFill>
                  </a:tcPr>
                </a:tc>
                <a:tc>
                  <a:txBody>
                    <a:bodyPr/>
                    <a:lstStyle/>
                    <a:p>
                      <a:endParaRPr lang="en-US" dirty="0"/>
                    </a:p>
                  </a:txBody>
                  <a:tcPr>
                    <a:solidFill>
                      <a:schemeClr val="bg1">
                        <a:alpha val="20000"/>
                      </a:schemeClr>
                    </a:solidFill>
                  </a:tcPr>
                </a:tc>
                <a:extLst>
                  <a:ext uri="{0D108BD9-81ED-4DB2-BD59-A6C34878D82A}">
                    <a16:rowId xmlns:a16="http://schemas.microsoft.com/office/drawing/2014/main" val="980425439"/>
                  </a:ext>
                </a:extLst>
              </a:tr>
              <a:tr h="370840">
                <a:tc vMerge="1">
                  <a:txBody>
                    <a:bodyPr/>
                    <a:lstStyle/>
                    <a:p>
                      <a:endParaRPr lang="en-US" dirty="0"/>
                    </a:p>
                  </a:txBody>
                  <a:tcPr/>
                </a:tc>
                <a:tc>
                  <a:txBody>
                    <a:bodyPr/>
                    <a:lstStyle/>
                    <a:p>
                      <a:r>
                        <a:rPr lang="en-US" dirty="0"/>
                        <a:t>3. Deploy several robot arms equipped with high-resolution cameras.</a:t>
                      </a:r>
                    </a:p>
                    <a:p>
                      <a:endParaRPr lang="en-US" dirty="0"/>
                    </a:p>
                  </a:txBody>
                  <a:tcPr/>
                </a:tc>
                <a:tc>
                  <a:txBody>
                    <a:bodyPr/>
                    <a:lstStyle/>
                    <a:p>
                      <a:r>
                        <a:rPr lang="en-US" dirty="0"/>
                        <a:t>Specify inspection points/routes for each module.</a:t>
                      </a:r>
                    </a:p>
                  </a:txBody>
                  <a:tcPr/>
                </a:tc>
                <a:extLst>
                  <a:ext uri="{0D108BD9-81ED-4DB2-BD59-A6C34878D82A}">
                    <a16:rowId xmlns:a16="http://schemas.microsoft.com/office/drawing/2014/main" val="1975954843"/>
                  </a:ext>
                </a:extLst>
              </a:tr>
              <a:tr h="370840">
                <a:tc vMerge="1">
                  <a:txBody>
                    <a:bodyPr/>
                    <a:lstStyle/>
                    <a:p>
                      <a:endParaRPr lang="en-US" dirty="0"/>
                    </a:p>
                  </a:txBody>
                  <a:tcPr>
                    <a:solidFill>
                      <a:schemeClr val="bg1">
                        <a:alpha val="20000"/>
                      </a:schemeClr>
                    </a:solidFill>
                  </a:tcPr>
                </a:tc>
                <a:tc>
                  <a:txBody>
                    <a:bodyPr/>
                    <a:lstStyle/>
                    <a:p>
                      <a:r>
                        <a:rPr lang="en-US" dirty="0"/>
                        <a:t>4. Validate its accuracy at inspection.</a:t>
                      </a:r>
                    </a:p>
                  </a:txBody>
                  <a:tcPr>
                    <a:solidFill>
                      <a:schemeClr val="bg1">
                        <a:alpha val="20000"/>
                      </a:schemeClr>
                    </a:solidFill>
                  </a:tcPr>
                </a:tc>
                <a:tc>
                  <a:txBody>
                    <a:bodyPr/>
                    <a:lstStyle/>
                    <a:p>
                      <a:endParaRPr lang="en-US" dirty="0"/>
                    </a:p>
                  </a:txBody>
                  <a:tcPr>
                    <a:solidFill>
                      <a:schemeClr val="bg1">
                        <a:alpha val="20000"/>
                      </a:schemeClr>
                    </a:solidFill>
                  </a:tcPr>
                </a:tc>
                <a:extLst>
                  <a:ext uri="{0D108BD9-81ED-4DB2-BD59-A6C34878D82A}">
                    <a16:rowId xmlns:a16="http://schemas.microsoft.com/office/drawing/2014/main" val="1304825716"/>
                  </a:ext>
                </a:extLst>
              </a:tr>
            </a:tbl>
          </a:graphicData>
        </a:graphic>
      </p:graphicFrame>
    </p:spTree>
    <p:extLst>
      <p:ext uri="{BB962C8B-B14F-4D97-AF65-F5344CB8AC3E}">
        <p14:creationId xmlns:p14="http://schemas.microsoft.com/office/powerpoint/2010/main" val="3329827577"/>
      </p:ext>
    </p:extLst>
  </p:cSld>
  <p:clrMapOvr>
    <a:masterClrMapping/>
  </p:clrMapOvr>
</p:sld>
</file>

<file path=ppt/theme/theme1.xml><?xml version="1.0" encoding="utf-8"?>
<a:theme xmlns:a="http://schemas.openxmlformats.org/drawingml/2006/main" name="Siemens Energy">
  <a:themeElements>
    <a:clrScheme name="Siemens Energy">
      <a:dk1>
        <a:srgbClr val="1B1534"/>
      </a:dk1>
      <a:lt1>
        <a:sysClr val="window" lastClr="FFFFFF"/>
      </a:lt1>
      <a:dk2>
        <a:srgbClr val="1B1534"/>
      </a:dk2>
      <a:lt2>
        <a:srgbClr val="D7E4EE"/>
      </a:lt2>
      <a:accent1>
        <a:srgbClr val="D7E4EE"/>
      </a:accent1>
      <a:accent2>
        <a:srgbClr val="4D217A"/>
      </a:accent2>
      <a:accent3>
        <a:srgbClr val="8A00E5"/>
      </a:accent3>
      <a:accent4>
        <a:srgbClr val="009999"/>
      </a:accent4>
      <a:accent5>
        <a:srgbClr val="F6E600"/>
      </a:accent5>
      <a:accent6>
        <a:srgbClr val="7B919D"/>
      </a:accent6>
      <a:hlink>
        <a:srgbClr val="4D217A"/>
      </a:hlink>
      <a:folHlink>
        <a:srgbClr val="7B919D"/>
      </a:folHlink>
    </a:clrScheme>
    <a:fontScheme name="Siemens Energ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0" tIns="0" rIns="0" bIns="0"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gradFill>
            <a:gsLst>
              <a:gs pos="0">
                <a:schemeClr val="tx1"/>
              </a:gs>
              <a:gs pos="100000">
                <a:schemeClr val="tx1">
                  <a:alpha val="5000"/>
                </a:schemeClr>
              </a:gs>
            </a:gsLst>
            <a:lin ang="0" scaled="0"/>
          </a:gradFill>
        </a:ln>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custClrLst>
    <a:custClr name="SE Brown 1">
      <a:srgbClr val="CFC0BE"/>
    </a:custClr>
    <a:custClr name="SE Brown 3">
      <a:srgbClr val="8F7C7A"/>
    </a:custClr>
    <a:custClr name="SE Gray 1">
      <a:srgbClr val="D7E4EE"/>
    </a:custClr>
    <a:custClr name="SE Gray 3">
      <a:srgbClr val="96B0C0"/>
    </a:custClr>
    <a:custClr name="SE Green 1">
      <a:srgbClr val="00FD79"/>
    </a:custClr>
    <a:custClr name="SE Green 3">
      <a:srgbClr val="27B66D"/>
    </a:custClr>
    <a:custClr name="SE Blue 1">
      <a:srgbClr val="6ADDFF"/>
    </a:custClr>
    <a:custClr name="SE Blue 3">
      <a:srgbClr val="0084E1"/>
    </a:custClr>
    <a:custClr name="SE Yellow 1">
      <a:srgbClr val="FFF91F"/>
    </a:custClr>
    <a:custClr name="SE Yellow 3">
      <a:srgbClr val="E2D000"/>
    </a:custClr>
    <a:custClr name="SE Brown 2">
      <a:srgbClr val="AF9E9C"/>
    </a:custClr>
    <a:custClr name="SE Brown 4">
      <a:srgbClr val="7D6766"/>
    </a:custClr>
    <a:custClr name="SE Gray 2">
      <a:srgbClr val="B8CEDB"/>
    </a:custClr>
    <a:custClr name="SE Gray 4">
      <a:srgbClr val="7B919D"/>
    </a:custClr>
    <a:custClr name="SE Green 2">
      <a:srgbClr val="14DA79"/>
    </a:custClr>
    <a:custClr name="SE Green 4">
      <a:srgbClr val="009B55"/>
    </a:custClr>
    <a:custClr name="SE Blue 2">
      <a:srgbClr val="21C0FF"/>
    </a:custClr>
    <a:custClr name="SE Blue 4">
      <a:srgbClr val="0057C6"/>
    </a:custClr>
    <a:custClr name="SE Yellow 2">
      <a:srgbClr val="F6E600"/>
    </a:custClr>
    <a:custClr name="SE Yellow 4">
      <a:srgbClr val="C6AE00"/>
    </a:custClr>
  </a:custClrLst>
  <a:extLst>
    <a:ext uri="{05A4C25C-085E-4340-85A3-A5531E510DB2}">
      <thm15:themeFamily xmlns:thm15="http://schemas.microsoft.com/office/thememl/2012/main" name="SE_PPT-Template_v1-2.potx" id="{788F729C-4881-48F1-ABC3-5D71CA43FB46}" vid="{9F89D891-37C3-49C8-8235-D65FD852FF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Master template for presentations</Template>
  <TotalTime>0</TotalTime>
  <Words>1847</Words>
  <Application>Microsoft Office PowerPoint</Application>
  <PresentationFormat>Widescreen</PresentationFormat>
  <Paragraphs>301</Paragraphs>
  <Slides>18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Times New Roman</vt:lpstr>
      <vt:lpstr>Siemens Energy</vt:lpstr>
      <vt:lpstr>Project Report AI Driven Quality Control</vt:lpstr>
      <vt:lpstr>Table of Contents</vt:lpstr>
      <vt:lpstr>1 Introduction About Us</vt:lpstr>
      <vt:lpstr>1 Introduction Quality Control in the Company</vt:lpstr>
      <vt:lpstr>1 Introduction Vision for Digitalization and AI Usage</vt:lpstr>
      <vt:lpstr>Table of Contents</vt:lpstr>
      <vt:lpstr>2 Background: Current Project: Generating Final Control Report with Rokid Glasses </vt:lpstr>
      <vt:lpstr>2 Background Workflow of Final Quality Control</vt:lpstr>
      <vt:lpstr>2 Background:  Rokid AI Glasses</vt:lpstr>
      <vt:lpstr>Table of Contents</vt:lpstr>
      <vt:lpstr>3 Project Progress Workflow of generating FCR with glasses</vt:lpstr>
      <vt:lpstr>3 Project Progress Demo</vt:lpstr>
      <vt:lpstr>3 Project Progress Demo</vt:lpstr>
      <vt:lpstr>3 Project Progress Future Work</vt:lpstr>
      <vt:lpstr>Table of Contents</vt:lpstr>
      <vt:lpstr>4 Other Projects</vt:lpstr>
      <vt:lpstr>4 Other Projects</vt:lpstr>
      <vt:lpstr>4 Other Projects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Yimin</dc:creator>
  <cp:lastModifiedBy>Hu, Yimin</cp:lastModifiedBy>
  <cp:revision>47</cp:revision>
  <dcterms:created xsi:type="dcterms:W3CDTF">2026-09-11T06:59:02Z</dcterms:created>
  <dcterms:modified xsi:type="dcterms:W3CDTF">2026-09-22T08:15:13Z</dcterms:modified>
</cp:coreProperties>
</file>