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F1EF9-B8FA-34D7-3F69-416865EDF6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A63D8F-F9F4-11BC-63CA-20EEE8EF96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B426E9-7F10-20E3-92A9-0BC2576FC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86318-8C7C-4325-8CF8-A345540213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B12295-EE0D-8480-19CA-6DB40395B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B0C301-3FA6-29A4-392F-DA3A8D51B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21BE7-1561-4394-B20C-1EB71F1EE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434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FFFD6-CA16-C16B-48AA-DD4F37783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2C09F0-C202-CDC0-EDEA-5D11CDFD19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CDC63-F25C-5E9E-3567-7D72D4E36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86318-8C7C-4325-8CF8-A345540213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EAB668-79FE-67C3-F00D-63FA699D4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8AC57-0D33-A14D-7D61-950F8E885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21BE7-1561-4394-B20C-1EB71F1EE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157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58DC3-75D5-CCA2-2FF9-448705F13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64F733-FA51-F6C4-EE3B-E3E846AED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5AC171-DA28-3288-D123-23E80EEE9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86318-8C7C-4325-8CF8-A345540213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538E36-FCA2-2172-FCC0-6BB51DD9B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E94B7-2003-8B1B-00A4-A3DD84CD1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21BE7-1561-4394-B20C-1EB71F1EE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023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C8103-2405-7554-EA30-64C9076A5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BD895-5D31-988B-BDD8-BE2E023B20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6274AC-76BD-E479-4C5F-71BFF06EC9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A3ECC5-B4CE-79A0-7876-F337F079B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86318-8C7C-4325-8CF8-A345540213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4C668-424A-B33F-ECC9-F5F4629AA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CD0388-6BC7-2603-49E6-A81C86E36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21BE7-1561-4394-B20C-1EB71F1EE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577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03C7C-ECB2-6E7C-EC3A-176CBA190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CE0A12-8C6E-C2DE-2792-8DB34E681F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7A3889-296D-0390-42B6-DF4F422B6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338EE7-B650-DDF8-770A-C1EEC3F5AC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150815-34A6-E9CF-D8C7-569FE8AA41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756DBB-B4B3-C96A-1DBE-9917C9F1D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86318-8C7C-4325-8CF8-A345540213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BE4FDB-2C07-18A3-0E03-8A8746461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47FE95-AC11-4D88-99EB-F214D10D4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21BE7-1561-4394-B20C-1EB71F1EE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864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1CE6E-ED59-9832-6D4C-8558A6D9D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1126F8-589D-CF36-9F18-312E58FC3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86318-8C7C-4325-8CF8-A345540213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4ED3CD-F63A-A18A-149D-43A043F88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57AE8F-CFC0-05C1-9590-133830D8D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21BE7-1561-4394-B20C-1EB71F1EE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138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D16889-79A7-DE60-5DE0-BB7920E27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86318-8C7C-4325-8CF8-A345540213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7114FC-D46F-2EBB-9AF3-735792308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E75D9-4FA5-7540-14CC-01D8E6B7F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21BE7-1561-4394-B20C-1EB71F1EE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927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6D5E-C013-5AFD-DE50-DE6B88195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FC0C4-75CE-54BC-E4D8-7E135156D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B17509-5084-4DBB-23D5-18A133DD64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E55315-6A85-7141-0ACA-6554B5403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86318-8C7C-4325-8CF8-A345540213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213CAB-44E8-89C8-7F14-91B26E41E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E4A286-7A19-1C18-CBA1-5B318E338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21BE7-1561-4394-B20C-1EB71F1EE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559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3D938-B376-4A3D-2FC5-034AA2297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6CE9C9-7102-C989-190C-AC8FC874F0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C66DF8-4D3F-3A12-65B5-37DA8CCA06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8D0B11-3607-08C6-4BCC-0F08139A7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86318-8C7C-4325-8CF8-A345540213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382D9D-BCE3-090D-D017-C4302D4E5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9D520E-6065-8A6D-2EC4-C8000E033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21BE7-1561-4394-B20C-1EB71F1EE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811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55D35-C4CA-F0D8-9095-96E717EC3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3C0472-1AEF-4B4E-1262-5D36E09CB5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ADC9B-0B41-FC54-9A32-2F223DAD2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86318-8C7C-4325-8CF8-A345540213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CD1407-8594-CA97-59F4-95255EB61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87F119-416B-0347-360B-9F9DEF2EB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21BE7-1561-4394-B20C-1EB71F1EE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649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1AF84F-1610-7708-BD1E-2E538FA165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3D1DA4-2068-ADE3-7B3F-9FCCF4CEAC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66E6B-11FF-739C-91C8-A01BCD227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86318-8C7C-4325-8CF8-A345540213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8E2CE7-C244-A563-B0C8-C632F4A68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69CB0-5709-1EED-53B2-890B8FA80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21BE7-1561-4394-B20C-1EB71F1EE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92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3CA021-BDE3-EB49-2CDC-CE7BC8E4E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2CB856-DC36-AD5D-E1E9-59796E0855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4204D-B846-876F-A601-D15898A793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586318-8C7C-4325-8CF8-A345540213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EB1F0A-EBA0-6DD7-F3AE-F6F40EC076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D4408-2EA8-4F70-AA84-15CB6F761C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421BE7-1561-4394-B20C-1EB71F1EE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763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7B04A-D29B-FEB0-9FD7-78F69D1F37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484264-6EA9-D923-0357-7ADAEFAD32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412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80A82A7-3876-F4CB-953C-575EF83D877F}"/>
              </a:ext>
            </a:extLst>
          </p:cNvPr>
          <p:cNvGrpSpPr/>
          <p:nvPr/>
        </p:nvGrpSpPr>
        <p:grpSpPr>
          <a:xfrm>
            <a:off x="7632921" y="573947"/>
            <a:ext cx="3599952" cy="2211098"/>
            <a:chOff x="7569310" y="4499803"/>
            <a:chExt cx="3599952" cy="2211098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288BE58A-AC35-EE1F-C04C-A68AA3795194}"/>
                </a:ext>
              </a:extLst>
            </p:cNvPr>
            <p:cNvSpPr/>
            <p:nvPr/>
          </p:nvSpPr>
          <p:spPr>
            <a:xfrm>
              <a:off x="7569310" y="4499803"/>
              <a:ext cx="3474720" cy="221109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F0A74DD-27BB-A408-87C6-9053A491D11F}"/>
                </a:ext>
              </a:extLst>
            </p:cNvPr>
            <p:cNvSpPr txBox="1"/>
            <p:nvPr/>
          </p:nvSpPr>
          <p:spPr>
            <a:xfrm>
              <a:off x="7752521" y="4603806"/>
              <a:ext cx="12165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Inspection a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C00A54-0121-3B8C-F04C-8871CE254683}"/>
                </a:ext>
              </a:extLst>
            </p:cNvPr>
            <p:cNvSpPr txBox="1"/>
            <p:nvPr/>
          </p:nvSpPr>
          <p:spPr>
            <a:xfrm>
              <a:off x="7752521" y="4773665"/>
              <a:ext cx="3416741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b="1" dirty="0"/>
                <a:t>V</a:t>
              </a:r>
              <a:r>
                <a:rPr lang="en-US" sz="1000" b="1" dirty="0">
                  <a:solidFill>
                    <a:schemeClr val="tx1"/>
                  </a:solidFill>
                </a:rPr>
                <a:t>erify the information required to fill out in assembly documents</a:t>
              </a:r>
              <a:endParaRPr lang="en-US" sz="2400" b="1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BCF292F-1B13-B19E-7ABC-B9F1AAF53502}"/>
                </a:ext>
              </a:extLst>
            </p:cNvPr>
            <p:cNvSpPr txBox="1"/>
            <p:nvPr/>
          </p:nvSpPr>
          <p:spPr>
            <a:xfrm>
              <a:off x="7752521" y="5134235"/>
              <a:ext cx="3172571" cy="5078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900" dirty="0"/>
                <a:t>Should include “cleaning and final check record list” and “assembly and experiment record list”. Project No., Bay No., Module name should be verified.</a:t>
              </a:r>
              <a:endParaRPr lang="en-US" sz="20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8837929-B9E1-0D24-5CEA-24E5FBE7B359}"/>
                </a:ext>
              </a:extLst>
            </p:cNvPr>
            <p:cNvSpPr txBox="1"/>
            <p:nvPr/>
          </p:nvSpPr>
          <p:spPr>
            <a:xfrm>
              <a:off x="7752521" y="5642066"/>
              <a:ext cx="317257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800" b="1" dirty="0">
                  <a:solidFill>
                    <a:schemeClr val="tx1"/>
                  </a:solidFill>
                </a:rPr>
                <a:t>Please confirm whether the device is qualified for this inspection item?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CC061424-EE0F-1813-7DAB-C2697A69773D}"/>
                </a:ext>
              </a:extLst>
            </p:cNvPr>
            <p:cNvSpPr/>
            <p:nvPr/>
          </p:nvSpPr>
          <p:spPr>
            <a:xfrm>
              <a:off x="8793811" y="6084570"/>
              <a:ext cx="1025718" cy="23058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</a:rPr>
                <a:t>Not qualified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61CE4C4-86E4-44D1-79D4-72DB442558E1}"/>
                </a:ext>
              </a:extLst>
            </p:cNvPr>
            <p:cNvSpPr/>
            <p:nvPr/>
          </p:nvSpPr>
          <p:spPr>
            <a:xfrm>
              <a:off x="7684770" y="6084570"/>
              <a:ext cx="1025718" cy="23058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</a:rPr>
                <a:t>Qualified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553ECCB8-E614-0513-6153-CB2E21651977}"/>
                </a:ext>
              </a:extLst>
            </p:cNvPr>
            <p:cNvSpPr/>
            <p:nvPr/>
          </p:nvSpPr>
          <p:spPr>
            <a:xfrm>
              <a:off x="9902852" y="6080815"/>
              <a:ext cx="1025718" cy="23058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</a:rPr>
                <a:t>Skip this item.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0367863-095E-2A47-9ED1-3E741451CF66}"/>
                </a:ext>
              </a:extLst>
            </p:cNvPr>
            <p:cNvSpPr txBox="1"/>
            <p:nvPr/>
          </p:nvSpPr>
          <p:spPr>
            <a:xfrm>
              <a:off x="9090079" y="6480069"/>
              <a:ext cx="49745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900" dirty="0"/>
                <a:t>1/15</a:t>
              </a:r>
              <a:endParaRPr 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98291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</Words>
  <Application>Microsoft Office PowerPoint</Application>
  <PresentationFormat>Widescreen</PresentationFormat>
  <Paragraphs>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Hu, Yimin</dc:creator>
  <cp:lastModifiedBy>Hu, Yimin</cp:lastModifiedBy>
  <cp:revision>1</cp:revision>
  <dcterms:created xsi:type="dcterms:W3CDTF">2026-09-14T05:39:55Z</dcterms:created>
  <dcterms:modified xsi:type="dcterms:W3CDTF">2026-09-14T05:40:10Z</dcterms:modified>
</cp:coreProperties>
</file>